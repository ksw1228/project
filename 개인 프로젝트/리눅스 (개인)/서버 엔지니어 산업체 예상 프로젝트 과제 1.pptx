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54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83AE1-FF21-05A5-D594-57A7563C9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501725-9645-B637-A535-A9A597A04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E4EAB5-A049-002D-1C81-BC9733552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D9629-2A52-416D-8194-AFE46F2ECD8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01676A-5870-A345-5EE0-ACFEFB44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C71AE9-EE1B-A8C4-EF60-2802A5AE6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3282-FEB6-4259-B8E3-37545B9873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32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05365-91A2-8567-E8E3-F5AE76FD8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24C7EF-0891-08C5-96D6-8D6D700CC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06C8B1-FF69-FF42-A32E-044F53BE2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D9629-2A52-416D-8194-AFE46F2ECD8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3F989C-F91C-FFB2-DE8B-0A96129E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DDB28D-AF95-5B91-7CE2-1A41BA9F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3282-FEB6-4259-B8E3-37545B9873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587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13B932-5194-80ED-93BA-2B8A5586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C5DDD4-7FF7-C9FC-2D2C-9C7E071B2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4A7BD-4959-E0FE-49EC-5B12A2CF7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D9629-2A52-416D-8194-AFE46F2ECD8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5828BC-E70A-6935-92FA-02E3D144D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927398-A655-A9D2-B61F-6F1F6E5E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3282-FEB6-4259-B8E3-37545B9873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194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AAD1A-3CBF-401D-8218-BE6021E23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330EA7-CEC2-E7BF-A7D3-A7129FC3E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E08DB4-1DAF-AB18-0203-535790866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C24527-1F3C-FAA0-4459-8FEF5CC1D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D9629-2A52-416D-8194-AFE46F2ECD8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D45B2B-A5FD-64A4-B95A-88E54BF5D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552DC6-BA61-955B-20CC-410C99905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3282-FEB6-4259-B8E3-37545B9873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371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F94D9-E9A7-DC48-88C4-F6CB2156D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B45B75-8076-C45F-C17D-2F3CD6C20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97D2C5-69ED-A8B6-298B-DEAF4C952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655A45-10E9-3EE8-20DF-0D92CB4A5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D87CE4-8B22-D73D-51D5-C11AE2C665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9D2144-80D3-5B16-3583-D3D2FB853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D9629-2A52-416D-8194-AFE46F2ECD8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3805075-EFA0-3B42-7E3C-2C85C537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DC5EC7-3497-CAC6-E5DA-F45D72F7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3282-FEB6-4259-B8E3-37545B9873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437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D138C6-14C2-19DD-81B3-13B5EC997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5D3AE5-0A8E-8AE1-7655-A20317D7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D9629-2A52-416D-8194-AFE46F2ECD8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4A5879-776E-CADA-4482-F761A45A4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2A745B-5008-818A-341E-56E37672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3282-FEB6-4259-B8E3-37545B9873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1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93AB3F4-DE34-5402-F459-282934112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D9629-2A52-416D-8194-AFE46F2ECD8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C703CB9-6A6D-21A1-74DB-E261CC00A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CB63F4-C5AD-4664-AAA2-E055F69F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3282-FEB6-4259-B8E3-37545B9873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46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80F78-2156-EAC9-69DB-D2973841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48ABAE-6328-4215-43BB-481FEFAC9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FDF270-E1DC-D05A-6367-A382AF684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A5F8D2-AA4F-52EE-0F7A-F12F04866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D9629-2A52-416D-8194-AFE46F2ECD8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F6E498-7B7B-3E07-22B7-6251A86B5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2DF600-33A2-98E6-BB5F-EAFA8C94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3282-FEB6-4259-B8E3-37545B9873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94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694DA-7A51-F63D-1D1F-941A94124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228E68-1515-5624-5BE1-2DBBC81803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EAC102-A880-EA85-0123-390118DEF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92D40C-EA67-D1F7-17AB-186820E1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D9629-2A52-416D-8194-AFE46F2ECD8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AC39B5-1294-AA99-3321-EA64717E5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4972E4-46D4-6CB4-23C8-FE20A4D0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3282-FEB6-4259-B8E3-37545B9873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72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D94C20-75EB-B508-6756-4B0D94D42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3E4EF7-C5EC-F0F7-A5A8-459C6156C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FCC134-55A0-F352-CB7D-6B2612F1F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D9629-2A52-416D-8194-AFE46F2ECD8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0956A4-AF86-C171-8725-459C4607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6CD23C-72D5-5D7A-03F8-3B8B5148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3282-FEB6-4259-B8E3-37545B9873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179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FA6E71-4665-E8BA-643E-EDE163AD3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07F661-5B37-A8E7-7559-6696CE028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A3CBE3-3AA2-5B34-CE36-D4C18114A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D9629-2A52-416D-8194-AFE46F2ECD8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B23B53-D582-DE58-E057-559F8A98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A766F-37EC-9E92-2D9B-897BFCFDB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83282-FEB6-4259-B8E3-37545B9873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08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45AD08-AB44-5BE5-DF0F-45814557A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885409-9F0F-3F8C-65E8-53D9C79FC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C3420D-C9B2-8624-4AF3-E3B9F264D8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AD9629-2A52-416D-8194-AFE46F2ECD8B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5FAAB9-BA65-C176-050D-FAA782CD0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2C442-B0D5-4B47-FF88-246BF948D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83282-FEB6-4259-B8E3-37545B9873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104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wnload.rockylinux.org/pub/rocky/9.7/isos/x86_64/?C=M&amp;O=A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831A5A4-413C-66F2-2E25-76C7450F956E}"/>
              </a:ext>
            </a:extLst>
          </p:cNvPr>
          <p:cNvGraphicFramePr>
            <a:graphicFrameLocks noGrp="1"/>
          </p:cNvGraphicFramePr>
          <p:nvPr/>
        </p:nvGraphicFramePr>
        <p:xfrm>
          <a:off x="1006763" y="1528497"/>
          <a:ext cx="10178474" cy="4914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965">
                  <a:extLst>
                    <a:ext uri="{9D8B030D-6E8A-4147-A177-3AD203B41FA5}">
                      <a16:colId xmlns:a16="http://schemas.microsoft.com/office/drawing/2014/main" val="2911900639"/>
                    </a:ext>
                  </a:extLst>
                </a:gridCol>
                <a:gridCol w="7952509">
                  <a:extLst>
                    <a:ext uri="{9D8B030D-6E8A-4147-A177-3AD203B41FA5}">
                      <a16:colId xmlns:a16="http://schemas.microsoft.com/office/drawing/2014/main" val="506902265"/>
                    </a:ext>
                  </a:extLst>
                </a:gridCol>
              </a:tblGrid>
              <a:tr h="1638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훈련 </a:t>
                      </a:r>
                      <a:r>
                        <a:rPr lang="ko-KR" altLang="en-US" sz="1800" dirty="0" err="1">
                          <a:solidFill>
                            <a:schemeClr val="tx1"/>
                          </a:solidFill>
                        </a:rPr>
                        <a:t>과정명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정보보안 기반 클라우드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서버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DevOps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인프라 및 네트워크 구성을 통한 실무형 엔지니어 양성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886387"/>
                  </a:ext>
                </a:extLst>
              </a:tr>
              <a:tr h="1638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교과목명 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자동화 기반의 </a:t>
                      </a:r>
                      <a:r>
                        <a:rPr lang="en-US" altLang="ko-KR" dirty="0"/>
                        <a:t>Linux </a:t>
                      </a:r>
                      <a:r>
                        <a:rPr lang="ko-KR" altLang="en-US" dirty="0"/>
                        <a:t>서버 </a:t>
                      </a:r>
                      <a:r>
                        <a:rPr lang="en-US" altLang="ko-KR" dirty="0"/>
                        <a:t>ICT </a:t>
                      </a:r>
                      <a:r>
                        <a:rPr lang="ko-KR" altLang="en-US" dirty="0"/>
                        <a:t>시스템 설계 및 구축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772321"/>
                  </a:ext>
                </a:extLst>
              </a:tr>
              <a:tr h="1638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수행장소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강의실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5254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A79E5D5-529C-CB67-0F90-45135DD6299A}"/>
              </a:ext>
            </a:extLst>
          </p:cNvPr>
          <p:cNvSpPr txBox="1"/>
          <p:nvPr/>
        </p:nvSpPr>
        <p:spPr>
          <a:xfrm>
            <a:off x="9716654" y="1021215"/>
            <a:ext cx="2327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이름 </a:t>
            </a:r>
            <a:r>
              <a:rPr lang="en-US" altLang="ko-KR" dirty="0"/>
              <a:t>: </a:t>
            </a:r>
            <a:r>
              <a:rPr lang="ko-KR" altLang="en-US" dirty="0"/>
              <a:t>김승우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36899-ABC5-1FB1-FE8A-40DAF51F91F7}"/>
              </a:ext>
            </a:extLst>
          </p:cNvPr>
          <p:cNvSpPr txBox="1"/>
          <p:nvPr/>
        </p:nvSpPr>
        <p:spPr>
          <a:xfrm>
            <a:off x="2777837" y="483156"/>
            <a:ext cx="72874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자동화 기반의 </a:t>
            </a:r>
            <a:r>
              <a:rPr lang="en-US" altLang="ko-KR" sz="2000" dirty="0"/>
              <a:t>Linux </a:t>
            </a:r>
            <a:r>
              <a:rPr lang="ko-KR" altLang="en-US" sz="2000" dirty="0"/>
              <a:t>서버 </a:t>
            </a:r>
            <a:r>
              <a:rPr lang="en-US" altLang="ko-KR" sz="2000" dirty="0"/>
              <a:t>ICT </a:t>
            </a:r>
            <a:r>
              <a:rPr lang="ko-KR" altLang="en-US" sz="2000" dirty="0"/>
              <a:t>시스템 설계 및 구축 </a:t>
            </a:r>
            <a:r>
              <a:rPr lang="en-US" altLang="ko-KR" sz="2000" dirty="0"/>
              <a:t>(</a:t>
            </a:r>
            <a:r>
              <a:rPr lang="ko-KR" altLang="en-US" sz="2000" dirty="0"/>
              <a:t>개인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1D65D7-1BD0-2F14-DA11-B57E1B65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t>1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9818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055EAA-D89A-C590-7576-0D496436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2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2E312E-497E-AB1B-5F20-8F3BEE69D582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1</a:t>
            </a:r>
            <a:endParaRPr lang="ko-KR" altLang="en-US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2D73ED-DAE7-98A6-D7CB-5D4D4A223EB7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설치 전 </a:t>
            </a:r>
            <a:r>
              <a:rPr lang="en-US" altLang="ko-KR" dirty="0"/>
              <a:t>CHECKSUM</a:t>
            </a:r>
            <a:r>
              <a:rPr lang="ko-KR" altLang="en-US" dirty="0"/>
              <a:t> 확인</a:t>
            </a:r>
            <a:r>
              <a:rPr lang="en-US" altLang="ko-KR" dirty="0"/>
              <a:t>(</a:t>
            </a:r>
            <a:r>
              <a:rPr lang="ko-KR" altLang="en-US" dirty="0"/>
              <a:t>파일의 안전성을 위해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004A7E1-E52B-E357-C8A0-23E0D66A5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23" y="1123360"/>
            <a:ext cx="8373644" cy="89547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4F7C25F-4675-CC7B-1B1E-F5C357164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23" y="2583739"/>
            <a:ext cx="7954485" cy="323895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A595854-89C4-F2AD-E9BE-78BFC4F07C89}"/>
              </a:ext>
            </a:extLst>
          </p:cNvPr>
          <p:cNvSpPr txBox="1"/>
          <p:nvPr/>
        </p:nvSpPr>
        <p:spPr>
          <a:xfrm>
            <a:off x="753109" y="2124033"/>
            <a:ext cx="761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윈도우 </a:t>
            </a:r>
            <a:r>
              <a:rPr lang="en-US" altLang="ko-KR" sz="1000" dirty="0" err="1"/>
              <a:t>cmd</a:t>
            </a:r>
            <a:r>
              <a:rPr lang="ko-KR" altLang="en-US" sz="1000" dirty="0"/>
              <a:t>창 → </a:t>
            </a:r>
            <a:r>
              <a:rPr lang="en-US" altLang="ko-KR" sz="1000" dirty="0" err="1"/>
              <a:t>dir</a:t>
            </a:r>
            <a:r>
              <a:rPr lang="ko-KR" altLang="en-US" sz="1000" dirty="0"/>
              <a:t>로 현재 파일위치 확인 → </a:t>
            </a:r>
            <a:r>
              <a:rPr lang="en-US" altLang="ko-KR" sz="1000" dirty="0"/>
              <a:t>cd</a:t>
            </a:r>
            <a:r>
              <a:rPr lang="ko-KR" altLang="en-US" sz="1000" dirty="0"/>
              <a:t>로 </a:t>
            </a:r>
            <a:r>
              <a:rPr lang="en-US" altLang="ko-KR" sz="1000" dirty="0"/>
              <a:t>rocky </a:t>
            </a:r>
            <a:r>
              <a:rPr lang="ko-KR" altLang="en-US" sz="1000" dirty="0"/>
              <a:t>파일로 이동→</a:t>
            </a:r>
            <a:r>
              <a:rPr lang="en-US" altLang="ko-KR" sz="1000" dirty="0" err="1">
                <a:effectLst/>
              </a:rPr>
              <a:t>certutil</a:t>
            </a:r>
            <a:r>
              <a:rPr lang="en-US" altLang="ko-KR" sz="1000" dirty="0">
                <a:effectLst/>
              </a:rPr>
              <a:t> -</a:t>
            </a:r>
            <a:r>
              <a:rPr lang="en-US" altLang="ko-KR" sz="1000" dirty="0" err="1">
                <a:effectLst/>
              </a:rPr>
              <a:t>hashfile</a:t>
            </a:r>
            <a:r>
              <a:rPr lang="en-US" altLang="ko-KR" sz="1000" dirty="0">
                <a:effectLst/>
              </a:rPr>
              <a:t> Rocky-10.1-x86_64-dvd1.iso SHA256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105966-0BAE-7DC4-4AF7-432BD1811540}"/>
              </a:ext>
            </a:extLst>
          </p:cNvPr>
          <p:cNvSpPr txBox="1"/>
          <p:nvPr/>
        </p:nvSpPr>
        <p:spPr>
          <a:xfrm>
            <a:off x="761068" y="5913065"/>
            <a:ext cx="52822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Checksum </a:t>
            </a:r>
            <a:r>
              <a:rPr lang="ko-KR" altLang="en-US" sz="1000" dirty="0"/>
              <a:t>을 메모장으로 옮긴 후 값이 층</a:t>
            </a:r>
            <a:r>
              <a:rPr lang="en-US" altLang="ko-KR" sz="1000" dirty="0"/>
              <a:t> </a:t>
            </a:r>
            <a:r>
              <a:rPr lang="ko-KR" altLang="en-US" sz="1000" dirty="0"/>
              <a:t>결과값과 </a:t>
            </a:r>
            <a:r>
              <a:rPr lang="ko-KR" altLang="en-US" sz="1000" dirty="0" err="1"/>
              <a:t>맞다면</a:t>
            </a:r>
            <a:r>
              <a:rPr lang="ko-KR" altLang="en-US" sz="1000" dirty="0"/>
              <a:t> </a:t>
            </a:r>
            <a:r>
              <a:rPr lang="en-US" altLang="ko-KR" sz="1000" dirty="0"/>
              <a:t>iso</a:t>
            </a:r>
            <a:r>
              <a:rPr lang="ko-KR" altLang="en-US" sz="1000" dirty="0"/>
              <a:t>파일은 안전하다는 것이다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330198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302A7-46BE-DFE5-EA7F-346C2956B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E4FE9C-8823-157E-E2FF-FD7A0EDB5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3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6BB744-3CC4-A156-62AB-90B75F5CE1B5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1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B4434B-FECD-71F1-948F-05BDD0147CCA}"/>
              </a:ext>
            </a:extLst>
          </p:cNvPr>
          <p:cNvSpPr txBox="1"/>
          <p:nvPr/>
        </p:nvSpPr>
        <p:spPr>
          <a:xfrm>
            <a:off x="593889" y="688157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설치 </a:t>
            </a:r>
            <a:r>
              <a:rPr lang="en-US" altLang="ko-KR" sz="1000" dirty="0"/>
              <a:t>Rocky Linux 10.1 – UEFI </a:t>
            </a:r>
            <a:endParaRPr lang="ko-KR" alt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D0B23B4-6495-4EF5-C072-FF9F99227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78" y="1404655"/>
            <a:ext cx="3572758" cy="404869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28A6C87-FCBC-3B38-FE1E-14EDAE06C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962" y="1404655"/>
            <a:ext cx="4176074" cy="40486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3F68E5-ADD6-5901-74B2-C3C6114C1476}"/>
              </a:ext>
            </a:extLst>
          </p:cNvPr>
          <p:cNvSpPr txBox="1"/>
          <p:nvPr/>
        </p:nvSpPr>
        <p:spPr>
          <a:xfrm>
            <a:off x="2497898" y="5653423"/>
            <a:ext cx="7196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기본 설치시 </a:t>
            </a:r>
            <a:r>
              <a:rPr lang="en-US" altLang="ko-KR" dirty="0"/>
              <a:t>BIOS</a:t>
            </a:r>
            <a:r>
              <a:rPr lang="ko-KR" altLang="en-US" dirty="0"/>
              <a:t>로 되어있기 때문에 </a:t>
            </a:r>
            <a:r>
              <a:rPr lang="en-US" altLang="ko-KR" dirty="0"/>
              <a:t>options</a:t>
            </a:r>
            <a:r>
              <a:rPr lang="ko-KR" altLang="en-US" dirty="0"/>
              <a:t>에서 </a:t>
            </a:r>
            <a:r>
              <a:rPr lang="en-US" altLang="ko-KR" dirty="0"/>
              <a:t>UEFI</a:t>
            </a:r>
            <a:r>
              <a:rPr lang="ko-KR" altLang="en-US" dirty="0"/>
              <a:t>로 바꿔 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3487094-8F60-A16D-2617-AAB5E8280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5864" y="1404655"/>
            <a:ext cx="3572758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37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00A5B-FA1D-02B2-0A1D-287C80C1B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46E121-1313-984C-1DA3-D55191E9E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4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5AD7DA-0C23-88EE-AFAE-100C769DDFC3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1</a:t>
            </a:r>
            <a:endParaRPr lang="ko-KR" altLang="en-US" i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820EFF-B68A-E8D7-CCED-3F181CC11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79" y="793729"/>
            <a:ext cx="2839566" cy="18663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39810F-5FB5-CE48-E710-64A56EFEACB5}"/>
              </a:ext>
            </a:extLst>
          </p:cNvPr>
          <p:cNvSpPr txBox="1"/>
          <p:nvPr/>
        </p:nvSpPr>
        <p:spPr>
          <a:xfrm>
            <a:off x="2983345" y="1542235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572F8B9-8791-5791-C0F6-A8AB847F7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617" y="793729"/>
            <a:ext cx="2839566" cy="185896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1CBDE5D-1A29-C780-5855-D7F45446F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455" y="793729"/>
            <a:ext cx="2839566" cy="18663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4412C4-AA5F-1B25-977C-ACFC3C2DE0C5}"/>
              </a:ext>
            </a:extLst>
          </p:cNvPr>
          <p:cNvSpPr txBox="1"/>
          <p:nvPr/>
        </p:nvSpPr>
        <p:spPr>
          <a:xfrm>
            <a:off x="6146183" y="1532761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A70473-D71A-F4C0-A86E-EC55838F44E8}"/>
              </a:ext>
            </a:extLst>
          </p:cNvPr>
          <p:cNvSpPr txBox="1"/>
          <p:nvPr/>
        </p:nvSpPr>
        <p:spPr>
          <a:xfrm>
            <a:off x="143779" y="277090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Install rocky </a:t>
            </a:r>
            <a:r>
              <a:rPr lang="en-US" altLang="ko-KR" sz="900" dirty="0" err="1"/>
              <a:t>linux</a:t>
            </a:r>
            <a:r>
              <a:rPr lang="en-US" altLang="ko-KR" sz="900" dirty="0"/>
              <a:t> 10.1</a:t>
            </a:r>
            <a:endParaRPr lang="ko-KR" alt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77D21E-F375-BB52-DA52-70AF6984A774}"/>
              </a:ext>
            </a:extLst>
          </p:cNvPr>
          <p:cNvSpPr txBox="1"/>
          <p:nvPr/>
        </p:nvSpPr>
        <p:spPr>
          <a:xfrm>
            <a:off x="3306617" y="277090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한국어 선택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E45860-B861-75AF-21C7-2B0D0F0847DA}"/>
              </a:ext>
            </a:extLst>
          </p:cNvPr>
          <p:cNvSpPr txBox="1"/>
          <p:nvPr/>
        </p:nvSpPr>
        <p:spPr>
          <a:xfrm>
            <a:off x="6577674" y="277090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최소 설치 선택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E34D0E-75F2-C42C-CB27-96F0EB661081}"/>
              </a:ext>
            </a:extLst>
          </p:cNvPr>
          <p:cNvSpPr txBox="1"/>
          <p:nvPr/>
        </p:nvSpPr>
        <p:spPr>
          <a:xfrm>
            <a:off x="9309021" y="1532761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17F53CB-072C-7BF9-9C1E-AF5A53A70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2293" y="787943"/>
            <a:ext cx="2415928" cy="18589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E2C1B63-EE9D-2DD7-4BFE-799C5973B300}"/>
              </a:ext>
            </a:extLst>
          </p:cNvPr>
          <p:cNvSpPr txBox="1"/>
          <p:nvPr/>
        </p:nvSpPr>
        <p:spPr>
          <a:xfrm>
            <a:off x="9528693" y="277090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Root </a:t>
            </a:r>
            <a:r>
              <a:rPr lang="ko-KR" altLang="en-US" sz="900" dirty="0"/>
              <a:t>계정 활성화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A254C9B-2A17-ECFF-1996-B1D1B67C5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779" y="3071593"/>
            <a:ext cx="2839566" cy="186634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5AA73F9-A10C-EFC6-9358-6F3506C2FAF6}"/>
              </a:ext>
            </a:extLst>
          </p:cNvPr>
          <p:cNvSpPr txBox="1"/>
          <p:nvPr/>
        </p:nvSpPr>
        <p:spPr>
          <a:xfrm>
            <a:off x="251998" y="500717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일반 사용자 </a:t>
            </a:r>
            <a:r>
              <a:rPr lang="en-US" altLang="ko-KR" sz="900" dirty="0" err="1"/>
              <a:t>rockyuser</a:t>
            </a:r>
            <a:r>
              <a:rPr lang="en-US" altLang="ko-KR" sz="900" dirty="0"/>
              <a:t> </a:t>
            </a:r>
            <a:r>
              <a:rPr lang="ko-KR" altLang="en-US" sz="900" dirty="0"/>
              <a:t>생성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33B264-EF6C-F67A-657A-5F725565E8EC}"/>
              </a:ext>
            </a:extLst>
          </p:cNvPr>
          <p:cNvSpPr txBox="1"/>
          <p:nvPr/>
        </p:nvSpPr>
        <p:spPr>
          <a:xfrm>
            <a:off x="2970107" y="3820099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4B8841E-8EC9-7BD2-0C78-B62BEE9A04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6617" y="3071593"/>
            <a:ext cx="2839566" cy="187484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5002720-A556-3000-BDD6-C602DF89AD94}"/>
              </a:ext>
            </a:extLst>
          </p:cNvPr>
          <p:cNvSpPr txBox="1"/>
          <p:nvPr/>
        </p:nvSpPr>
        <p:spPr>
          <a:xfrm>
            <a:off x="3306616" y="500717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파티션 사용자 정의 선택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93833A39-0FDB-8D36-34F3-3417F40D53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456" y="3071593"/>
            <a:ext cx="2839566" cy="185403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5A697BC-E370-5079-FF21-982FB74B485D}"/>
              </a:ext>
            </a:extLst>
          </p:cNvPr>
          <p:cNvSpPr txBox="1"/>
          <p:nvPr/>
        </p:nvSpPr>
        <p:spPr>
          <a:xfrm>
            <a:off x="6132946" y="3829573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371CA4-D592-3819-8579-D153062E5A67}"/>
              </a:ext>
            </a:extLst>
          </p:cNvPr>
          <p:cNvSpPr txBox="1"/>
          <p:nvPr/>
        </p:nvSpPr>
        <p:spPr>
          <a:xfrm>
            <a:off x="9282547" y="3829573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1F8AE9-96DA-F835-0CD6-F92DED344831}"/>
              </a:ext>
            </a:extLst>
          </p:cNvPr>
          <p:cNvSpPr txBox="1"/>
          <p:nvPr/>
        </p:nvSpPr>
        <p:spPr>
          <a:xfrm>
            <a:off x="6577673" y="503487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표준 파티션</a:t>
            </a:r>
            <a:r>
              <a:rPr lang="en-US" altLang="ko-KR" sz="900" dirty="0"/>
              <a:t>, + </a:t>
            </a:r>
            <a:r>
              <a:rPr lang="ko-KR" altLang="en-US" sz="900" dirty="0"/>
              <a:t>선택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B6DA7B-B13B-1411-C86F-8751F93363EE}"/>
              </a:ext>
            </a:extLst>
          </p:cNvPr>
          <p:cNvSpPr txBox="1"/>
          <p:nvPr/>
        </p:nvSpPr>
        <p:spPr>
          <a:xfrm>
            <a:off x="9528693" y="500717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각 파티션 크기 부여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CCA404F-A302-9A55-594E-3F0FE9AC66F7}"/>
              </a:ext>
            </a:extLst>
          </p:cNvPr>
          <p:cNvSpPr txBox="1"/>
          <p:nvPr/>
        </p:nvSpPr>
        <p:spPr>
          <a:xfrm>
            <a:off x="143779" y="5683607"/>
            <a:ext cx="1120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[swap 8G, / 100G, /home 20G, /var 30G, /boot 1G, /boot/</a:t>
            </a:r>
            <a:r>
              <a:rPr lang="en-US" altLang="ko-KR" dirty="0" err="1"/>
              <a:t>efi</a:t>
            </a:r>
            <a:r>
              <a:rPr lang="en-US" altLang="ko-KR" dirty="0"/>
              <a:t> 512M]</a:t>
            </a:r>
            <a:endParaRPr lang="ko-KR" altLang="en-US" dirty="0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7F7B1180-DA87-2244-67C0-2E5A10486E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2293" y="3064807"/>
            <a:ext cx="2415928" cy="18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66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98FA0-51BA-60DD-8541-92F806EF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26CA4A-19F2-DC57-2097-5B38E343E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5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AAC25D-410E-D9A9-363D-C2D8B233D508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1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08E1D6-C72F-1E8D-15BC-940B352914BD}"/>
              </a:ext>
            </a:extLst>
          </p:cNvPr>
          <p:cNvSpPr txBox="1"/>
          <p:nvPr/>
        </p:nvSpPr>
        <p:spPr>
          <a:xfrm>
            <a:off x="593889" y="688157"/>
            <a:ext cx="267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2-1. </a:t>
            </a:r>
            <a:r>
              <a:rPr lang="ko-KR" altLang="en-US" dirty="0"/>
              <a:t>설치 </a:t>
            </a:r>
            <a:r>
              <a:rPr lang="en-US" altLang="ko-KR" sz="1000" dirty="0"/>
              <a:t>Rocky Linux 9.7 – BIOS </a:t>
            </a:r>
            <a:endParaRPr lang="ko-KR" altLang="en-US" sz="1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9D9F473-5621-BD5D-ABE1-CE74A0F10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89" y="1387157"/>
            <a:ext cx="4205753" cy="40836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720B1F-6869-6C81-A8CD-E9AFDA4B782D}"/>
              </a:ext>
            </a:extLst>
          </p:cNvPr>
          <p:cNvSpPr txBox="1"/>
          <p:nvPr/>
        </p:nvSpPr>
        <p:spPr>
          <a:xfrm>
            <a:off x="593889" y="5729164"/>
            <a:ext cx="6677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/>
              <a:t>로키 </a:t>
            </a:r>
            <a:r>
              <a:rPr lang="en-US" altLang="ko-KR" sz="1000" dirty="0"/>
              <a:t>9.7 </a:t>
            </a:r>
            <a:r>
              <a:rPr lang="en-US" altLang="ko-KR" sz="1000" dirty="0" err="1"/>
              <a:t>ios</a:t>
            </a:r>
            <a:r>
              <a:rPr lang="ko-KR" altLang="en-US" sz="1000" dirty="0"/>
              <a:t>를 다운로드</a:t>
            </a:r>
            <a:r>
              <a:rPr lang="en-US" altLang="ko-KR" sz="1000" dirty="0"/>
              <a:t> -&gt; </a:t>
            </a:r>
            <a:r>
              <a:rPr lang="en-US" altLang="ko-KR" sz="1000" dirty="0">
                <a:hlinkClick r:id="rId3"/>
              </a:rPr>
              <a:t>https://download.rockylinux.org/pub/rocky/9.7/isos/x86_64/?C=M&amp;O=A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US" altLang="ko-KR" sz="1000" dirty="0"/>
              <a:t>Install rocky </a:t>
            </a:r>
            <a:r>
              <a:rPr lang="en-US" altLang="ko-KR" sz="1000" dirty="0" err="1"/>
              <a:t>linux</a:t>
            </a:r>
            <a:r>
              <a:rPr lang="en-US" altLang="ko-KR" sz="1000" dirty="0"/>
              <a:t> 9.7 </a:t>
            </a:r>
            <a:r>
              <a:rPr lang="ko-KR" altLang="en-US" sz="1000" dirty="0"/>
              <a:t>체크 한 것 설치</a:t>
            </a:r>
            <a:endParaRPr lang="en-US" altLang="ko-KR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CE58452-3640-228F-715C-16D9BFD84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756" y="1344624"/>
            <a:ext cx="4991797" cy="412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5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F3109-629A-79F7-8C76-A4207CA5E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039C62-6A50-670A-F71D-CD5345D20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6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00C20-D5FF-658D-3474-0F0B943983E2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1</a:t>
            </a:r>
            <a:endParaRPr lang="ko-KR" altLang="en-US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EC9ADC-6AA4-9687-D270-403CB942FF43}"/>
              </a:ext>
            </a:extLst>
          </p:cNvPr>
          <p:cNvSpPr txBox="1"/>
          <p:nvPr/>
        </p:nvSpPr>
        <p:spPr>
          <a:xfrm>
            <a:off x="2983345" y="1542235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ED294A2-98FB-AB4C-C06C-0045AC13C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617" y="793729"/>
            <a:ext cx="2839566" cy="185896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E7E0089-5BD6-2586-8D2E-2EDB3DFAE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455" y="793729"/>
            <a:ext cx="2839566" cy="18663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5B71F1-664A-E62D-D977-6C7BAA3BD053}"/>
              </a:ext>
            </a:extLst>
          </p:cNvPr>
          <p:cNvSpPr txBox="1"/>
          <p:nvPr/>
        </p:nvSpPr>
        <p:spPr>
          <a:xfrm>
            <a:off x="6146183" y="1532761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7A3814-8E49-C159-5BC5-D0FDF623E471}"/>
              </a:ext>
            </a:extLst>
          </p:cNvPr>
          <p:cNvSpPr txBox="1"/>
          <p:nvPr/>
        </p:nvSpPr>
        <p:spPr>
          <a:xfrm>
            <a:off x="251997" y="277016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Install rocky </a:t>
            </a:r>
            <a:r>
              <a:rPr lang="en-US" altLang="ko-KR" sz="900" dirty="0" err="1"/>
              <a:t>linux</a:t>
            </a:r>
            <a:r>
              <a:rPr lang="en-US" altLang="ko-KR" sz="900" dirty="0"/>
              <a:t> 9.7</a:t>
            </a:r>
            <a:endParaRPr lang="ko-KR" alt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F1B3E2-3718-28AA-8574-5FF12CD70B09}"/>
              </a:ext>
            </a:extLst>
          </p:cNvPr>
          <p:cNvSpPr txBox="1"/>
          <p:nvPr/>
        </p:nvSpPr>
        <p:spPr>
          <a:xfrm>
            <a:off x="3306617" y="277090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한국어 선택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9967D2-F520-891F-B8A1-19E3760E46BA}"/>
              </a:ext>
            </a:extLst>
          </p:cNvPr>
          <p:cNvSpPr txBox="1"/>
          <p:nvPr/>
        </p:nvSpPr>
        <p:spPr>
          <a:xfrm>
            <a:off x="6577674" y="277090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최소 설치 선택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439A95-2776-8E1A-C937-8C0F5883AB1B}"/>
              </a:ext>
            </a:extLst>
          </p:cNvPr>
          <p:cNvSpPr txBox="1"/>
          <p:nvPr/>
        </p:nvSpPr>
        <p:spPr>
          <a:xfrm>
            <a:off x="9309021" y="1532761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F4B6889-D2AB-2FB5-125A-02F060243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2293" y="787943"/>
            <a:ext cx="2415928" cy="18589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912F6C7-9709-339A-2F56-63142D1FE43A}"/>
              </a:ext>
            </a:extLst>
          </p:cNvPr>
          <p:cNvSpPr txBox="1"/>
          <p:nvPr/>
        </p:nvSpPr>
        <p:spPr>
          <a:xfrm>
            <a:off x="9528693" y="277090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Root </a:t>
            </a:r>
            <a:r>
              <a:rPr lang="ko-KR" altLang="en-US" sz="900" dirty="0"/>
              <a:t>계정 활성화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B2E5445-963C-625C-E27A-0DEE4F661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779" y="3071593"/>
            <a:ext cx="2839566" cy="186634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FB1AFB2-459D-143F-B1DF-B0029476C6F5}"/>
              </a:ext>
            </a:extLst>
          </p:cNvPr>
          <p:cNvSpPr txBox="1"/>
          <p:nvPr/>
        </p:nvSpPr>
        <p:spPr>
          <a:xfrm>
            <a:off x="251998" y="500717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일반 사용자 </a:t>
            </a:r>
            <a:r>
              <a:rPr lang="en-US" altLang="ko-KR" sz="900" dirty="0" err="1"/>
              <a:t>rockyuser</a:t>
            </a:r>
            <a:r>
              <a:rPr lang="en-US" altLang="ko-KR" sz="900" dirty="0"/>
              <a:t> </a:t>
            </a:r>
            <a:r>
              <a:rPr lang="ko-KR" altLang="en-US" sz="900" dirty="0"/>
              <a:t>생성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782F3C-02AC-717A-F391-551A77A732B9}"/>
              </a:ext>
            </a:extLst>
          </p:cNvPr>
          <p:cNvSpPr txBox="1"/>
          <p:nvPr/>
        </p:nvSpPr>
        <p:spPr>
          <a:xfrm>
            <a:off x="2970107" y="3820099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68304150-76F5-9C18-BE13-F8F0D3C3BB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6617" y="3071593"/>
            <a:ext cx="2839566" cy="187484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065E9EC-F30A-A94A-0F51-B0583132D519}"/>
              </a:ext>
            </a:extLst>
          </p:cNvPr>
          <p:cNvSpPr txBox="1"/>
          <p:nvPr/>
        </p:nvSpPr>
        <p:spPr>
          <a:xfrm>
            <a:off x="3306616" y="500717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파티션 사용자 정의 선택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EF435585-3FA0-A64E-8529-7679F475FB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456" y="3071593"/>
            <a:ext cx="2839566" cy="185403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D822367-CB49-9E97-148E-306A060134CF}"/>
              </a:ext>
            </a:extLst>
          </p:cNvPr>
          <p:cNvSpPr txBox="1"/>
          <p:nvPr/>
        </p:nvSpPr>
        <p:spPr>
          <a:xfrm>
            <a:off x="6132946" y="3829573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C44F8C-73DC-89F2-8CB6-4971AA6348FA}"/>
              </a:ext>
            </a:extLst>
          </p:cNvPr>
          <p:cNvSpPr txBox="1"/>
          <p:nvPr/>
        </p:nvSpPr>
        <p:spPr>
          <a:xfrm>
            <a:off x="9282547" y="3829573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5B804F-7FF6-C298-9317-4429F08C5E23}"/>
              </a:ext>
            </a:extLst>
          </p:cNvPr>
          <p:cNvSpPr txBox="1"/>
          <p:nvPr/>
        </p:nvSpPr>
        <p:spPr>
          <a:xfrm>
            <a:off x="6577673" y="503487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표준 파티션</a:t>
            </a:r>
            <a:r>
              <a:rPr lang="en-US" altLang="ko-KR" sz="900" dirty="0"/>
              <a:t>, + </a:t>
            </a:r>
            <a:r>
              <a:rPr lang="ko-KR" altLang="en-US" sz="900" dirty="0"/>
              <a:t>선택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89ED1D-6F01-A066-61E3-7FF36917D60D}"/>
              </a:ext>
            </a:extLst>
          </p:cNvPr>
          <p:cNvSpPr txBox="1"/>
          <p:nvPr/>
        </p:nvSpPr>
        <p:spPr>
          <a:xfrm>
            <a:off x="9528693" y="500717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각 파티션 크기 부여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13D5B2-9137-D3CB-BEB5-CCB22C470599}"/>
              </a:ext>
            </a:extLst>
          </p:cNvPr>
          <p:cNvSpPr txBox="1"/>
          <p:nvPr/>
        </p:nvSpPr>
        <p:spPr>
          <a:xfrm>
            <a:off x="143779" y="5683607"/>
            <a:ext cx="1120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dirty="0"/>
              <a:t>[swap 8G, / 100G, /home 20G, /var 30G, /boot 1G]</a:t>
            </a:r>
            <a:endParaRPr lang="ko-KR" altLang="en-US" dirty="0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C6A34C1E-0778-12C8-0E8E-110FD9D9C9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2293" y="3064807"/>
            <a:ext cx="2415928" cy="18589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C42804D-BC7D-8C74-BE32-CD1CD17C99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788" y="791478"/>
            <a:ext cx="2820557" cy="185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36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942D7-1AC7-EF73-8FF8-B5B5D2DEF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82D31F-D1E2-B68D-E055-FF8927B23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7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ACC151-B2C8-EFDD-B6B2-045BE713AE79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1</a:t>
            </a:r>
            <a:endParaRPr lang="ko-KR" altLang="en-US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A4EDF-D6DA-9A02-ED8B-853B42C23AE2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네트워크 설정</a:t>
            </a: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5AD5B3EC-5EB1-E531-1F35-09D66A556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28" y="1161135"/>
            <a:ext cx="2813374" cy="1858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14C956-A985-A3AB-C332-FD17B98D8E9B}"/>
              </a:ext>
            </a:extLst>
          </p:cNvPr>
          <p:cNvSpPr txBox="1"/>
          <p:nvPr/>
        </p:nvSpPr>
        <p:spPr>
          <a:xfrm>
            <a:off x="2992582" y="1905953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8CE9DBE-77EB-1FB1-06EC-902E7D046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854" y="1161135"/>
            <a:ext cx="2807854" cy="18589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895B84-C404-18F0-36B2-0460DE75E1FB}"/>
              </a:ext>
            </a:extLst>
          </p:cNvPr>
          <p:cNvSpPr txBox="1"/>
          <p:nvPr/>
        </p:nvSpPr>
        <p:spPr>
          <a:xfrm>
            <a:off x="0" y="3135074"/>
            <a:ext cx="262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Edit→ Virtual Network Editor →change Settings 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BAC2F8-B1DC-F813-AB8A-D5010FDFAE9C}"/>
              </a:ext>
            </a:extLst>
          </p:cNvPr>
          <p:cNvSpPr txBox="1"/>
          <p:nvPr/>
        </p:nvSpPr>
        <p:spPr>
          <a:xfrm>
            <a:off x="3315854" y="3163076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effectLst/>
              </a:rPr>
              <a:t>VMnet8</a:t>
            </a:r>
            <a:r>
              <a:rPr lang="ko-KR" altLang="en-US" sz="900" dirty="0">
                <a:effectLst/>
              </a:rPr>
              <a:t>의 서브넷을 </a:t>
            </a:r>
            <a:r>
              <a:rPr lang="en-US" altLang="ko-KR" sz="900" dirty="0">
                <a:effectLst/>
              </a:rPr>
              <a:t>192.168.111.0/24</a:t>
            </a:r>
            <a:r>
              <a:rPr lang="ko-KR" altLang="en-US" sz="900" dirty="0">
                <a:effectLst/>
              </a:rPr>
              <a:t>로 변경</a:t>
            </a:r>
            <a:endParaRPr lang="ko-KR" alt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FF0916-86E2-86CB-EF5E-2A17422AF208}"/>
              </a:ext>
            </a:extLst>
          </p:cNvPr>
          <p:cNvSpPr txBox="1"/>
          <p:nvPr/>
        </p:nvSpPr>
        <p:spPr>
          <a:xfrm>
            <a:off x="6118188" y="1905953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8089EA0-E1B6-3EB8-6DE3-F85FF6C35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637" y="1177046"/>
            <a:ext cx="2807854" cy="18430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2182C95-7EFC-BC8A-5E97-04F9C1E94643}"/>
              </a:ext>
            </a:extLst>
          </p:cNvPr>
          <p:cNvSpPr txBox="1"/>
          <p:nvPr/>
        </p:nvSpPr>
        <p:spPr>
          <a:xfrm>
            <a:off x="6511637" y="3139486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IP </a:t>
            </a:r>
            <a:r>
              <a:rPr lang="ko-KR" altLang="en-US" sz="900" dirty="0"/>
              <a:t>설정 후 핑 </a:t>
            </a:r>
            <a:r>
              <a:rPr lang="en-US" altLang="ko-KR" sz="900" dirty="0"/>
              <a:t>8.8.8.8 </a:t>
            </a:r>
            <a:r>
              <a:rPr lang="ko-KR" altLang="en-US" sz="900" dirty="0"/>
              <a:t>통신 확인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FF315A-4E1F-5ABB-7BF9-15C93C018B39}"/>
              </a:ext>
            </a:extLst>
          </p:cNvPr>
          <p:cNvSpPr txBox="1"/>
          <p:nvPr/>
        </p:nvSpPr>
        <p:spPr>
          <a:xfrm>
            <a:off x="794327" y="3999345"/>
            <a:ext cx="97905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IP</a:t>
            </a:r>
            <a:r>
              <a:rPr lang="ko-KR" altLang="en-US" dirty="0"/>
              <a:t> 변경 </a:t>
            </a:r>
            <a:r>
              <a:rPr lang="en-US" altLang="ko-KR" dirty="0"/>
              <a:t>: </a:t>
            </a:r>
            <a:r>
              <a:rPr lang="en-US" altLang="ko-KR" dirty="0" err="1"/>
              <a:t>nmcli</a:t>
            </a:r>
            <a:r>
              <a:rPr lang="en-US" altLang="ko-KR" dirty="0"/>
              <a:t> connection modify ens32 ipv4.addresses 192.168.111.222/24 ipv4.gateway 192.168.111.2 ipv4.dns 192.168.111.2 ipv4.method manual</a:t>
            </a:r>
          </a:p>
          <a:p>
            <a:pPr marL="342900" indent="-342900">
              <a:buFontTx/>
              <a:buAutoNum type="arabicPeriod"/>
            </a:pPr>
            <a:r>
              <a:rPr lang="en-US" altLang="ko-KR" dirty="0"/>
              <a:t>IP</a:t>
            </a:r>
            <a:r>
              <a:rPr lang="ko-KR" altLang="en-US" dirty="0"/>
              <a:t> 변경 </a:t>
            </a:r>
            <a:r>
              <a:rPr lang="en-US" altLang="ko-KR" dirty="0"/>
              <a:t>: </a:t>
            </a:r>
            <a:r>
              <a:rPr lang="en-US" altLang="ko-KR" dirty="0" err="1"/>
              <a:t>nmcli</a:t>
            </a:r>
            <a:r>
              <a:rPr lang="en-US" altLang="ko-KR" dirty="0"/>
              <a:t> connection modify ens32 ipv4.addresses 192.168.111.111/24 ipv4.gateway 192.168.111.2 ipv4.dns 192.168.111.2 ipv4.method manual</a:t>
            </a:r>
          </a:p>
          <a:p>
            <a:r>
              <a:rPr lang="it-IT" altLang="ko-KR" dirty="0"/>
              <a:t>3. </a:t>
            </a:r>
            <a:r>
              <a:rPr lang="ko-KR" altLang="en-US" dirty="0"/>
              <a:t>인터넷 끄기 </a:t>
            </a:r>
            <a:r>
              <a:rPr lang="en-US" altLang="ko-KR" dirty="0"/>
              <a:t>: </a:t>
            </a:r>
            <a:r>
              <a:rPr lang="it-IT" altLang="ko-KR" dirty="0"/>
              <a:t>nmcli con down ens32</a:t>
            </a:r>
          </a:p>
          <a:p>
            <a:r>
              <a:rPr lang="it-IT" altLang="ko-KR" dirty="0"/>
              <a:t>4. </a:t>
            </a:r>
            <a:r>
              <a:rPr lang="ko-KR" altLang="en-US" dirty="0"/>
              <a:t>인터넷 켜기 </a:t>
            </a:r>
            <a:r>
              <a:rPr lang="en-US" altLang="ko-KR" dirty="0"/>
              <a:t>: </a:t>
            </a:r>
            <a:r>
              <a:rPr lang="it-IT" altLang="ko-KR" dirty="0"/>
              <a:t>nmcli con up ens32</a:t>
            </a:r>
          </a:p>
          <a:p>
            <a:r>
              <a:rPr lang="it-IT" altLang="ko-KR" dirty="0"/>
              <a:t>5. Ping Test : ping 8.8.8.8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D8EEC71-215E-3B62-586C-80525F2D7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8108" y="1177045"/>
            <a:ext cx="2429163" cy="184305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265716A-88F3-9A6E-5A4D-93644A0BCD84}"/>
              </a:ext>
            </a:extLst>
          </p:cNvPr>
          <p:cNvSpPr txBox="1"/>
          <p:nvPr/>
        </p:nvSpPr>
        <p:spPr>
          <a:xfrm>
            <a:off x="9319491" y="3135074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IP </a:t>
            </a:r>
            <a:r>
              <a:rPr lang="ko-KR" altLang="en-US" sz="900" dirty="0"/>
              <a:t>설정 후 핑 </a:t>
            </a:r>
            <a:r>
              <a:rPr lang="en-US" altLang="ko-KR" sz="900" dirty="0"/>
              <a:t>8.8.8.8 </a:t>
            </a:r>
            <a:r>
              <a:rPr lang="ko-KR" altLang="en-US" sz="900" dirty="0"/>
              <a:t>통신 확인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4055DC-5A2B-76E6-12F0-95CD102685D6}"/>
              </a:ext>
            </a:extLst>
          </p:cNvPr>
          <p:cNvSpPr txBox="1"/>
          <p:nvPr/>
        </p:nvSpPr>
        <p:spPr>
          <a:xfrm>
            <a:off x="6463144" y="930824"/>
            <a:ext cx="2872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4"/>
                </a:solidFill>
              </a:rPr>
              <a:t>Rocky Linux 10.1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6486A7-BF7A-1AE2-6BE0-D6B3B66979C8}"/>
              </a:ext>
            </a:extLst>
          </p:cNvPr>
          <p:cNvSpPr txBox="1"/>
          <p:nvPr/>
        </p:nvSpPr>
        <p:spPr>
          <a:xfrm>
            <a:off x="9578108" y="930823"/>
            <a:ext cx="2872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4"/>
                </a:solidFill>
              </a:rPr>
              <a:t>Rocky Linux 9.7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312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Microsoft Office PowerPoint</Application>
  <PresentationFormat>와이드스크린</PresentationFormat>
  <Paragraphs>73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4gl</dc:creator>
  <cp:lastModifiedBy>4gl</cp:lastModifiedBy>
  <cp:revision>2</cp:revision>
  <dcterms:created xsi:type="dcterms:W3CDTF">2026-04-23T03:13:01Z</dcterms:created>
  <dcterms:modified xsi:type="dcterms:W3CDTF">2026-04-23T03:13:43Z</dcterms:modified>
</cp:coreProperties>
</file>