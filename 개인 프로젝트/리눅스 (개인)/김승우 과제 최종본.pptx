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4" r:id="rId6"/>
    <p:sldId id="265" r:id="rId7"/>
    <p:sldId id="260" r:id="rId8"/>
    <p:sldId id="266" r:id="rId9"/>
    <p:sldId id="268" r:id="rId10"/>
    <p:sldId id="269" r:id="rId11"/>
    <p:sldId id="275" r:id="rId12"/>
    <p:sldId id="276" r:id="rId13"/>
    <p:sldId id="262" r:id="rId14"/>
    <p:sldId id="270" r:id="rId15"/>
    <p:sldId id="271" r:id="rId16"/>
    <p:sldId id="272" r:id="rId17"/>
    <p:sldId id="273" r:id="rId18"/>
    <p:sldId id="274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0667" autoAdjust="0"/>
  </p:normalViewPr>
  <p:slideViewPr>
    <p:cSldViewPr snapToGrid="0">
      <p:cViewPr varScale="1">
        <p:scale>
          <a:sx n="100" d="100"/>
          <a:sy n="100" d="100"/>
        </p:scale>
        <p:origin x="99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9047B58-8210-4CD9-ABE6-BB3631417566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121EB00B-65E1-46DA-B959-22C59DB08AD6}">
      <dgm:prSet phldrT="[텍스트]"/>
      <dgm:spPr/>
      <dgm:t>
        <a:bodyPr/>
        <a:lstStyle/>
        <a:p>
          <a:pPr latinLnBrk="1"/>
          <a:r>
            <a:rPr lang="en-US" altLang="ko-KR" dirty="0"/>
            <a:t>Telnet</a:t>
          </a:r>
          <a:endParaRPr lang="ko-KR" altLang="en-US" dirty="0"/>
        </a:p>
      </dgm:t>
    </dgm:pt>
    <dgm:pt modelId="{3B098509-B3D8-41B6-8671-27EF4D95C930}" type="parTrans" cxnId="{29B44C40-27C7-4B1E-9A24-AA0ADF1418E6}">
      <dgm:prSet/>
      <dgm:spPr/>
      <dgm:t>
        <a:bodyPr/>
        <a:lstStyle/>
        <a:p>
          <a:pPr latinLnBrk="1"/>
          <a:endParaRPr lang="ko-KR" altLang="en-US"/>
        </a:p>
      </dgm:t>
    </dgm:pt>
    <dgm:pt modelId="{A9678FCB-8991-4F44-BB3E-241753EA19F1}" type="sibTrans" cxnId="{29B44C40-27C7-4B1E-9A24-AA0ADF1418E6}">
      <dgm:prSet/>
      <dgm:spPr/>
      <dgm:t>
        <a:bodyPr/>
        <a:lstStyle/>
        <a:p>
          <a:pPr latinLnBrk="1"/>
          <a:endParaRPr lang="ko-KR" altLang="en-US"/>
        </a:p>
      </dgm:t>
    </dgm:pt>
    <dgm:pt modelId="{3A2F479B-13D3-4A71-9F95-DDD65C99F2ED}">
      <dgm:prSet phldrT="[텍스트]" phldr="0" custT="1"/>
      <dgm:spPr/>
      <dgm:t>
        <a:bodyPr/>
        <a:lstStyle/>
        <a:p>
          <a:pPr latinLnBrk="1"/>
          <a:r>
            <a:rPr lang="ko-KR" altLang="en-US" sz="1600" b="1" dirty="0"/>
            <a:t>장점</a:t>
          </a:r>
          <a:r>
            <a:rPr lang="en-US" altLang="ko-KR" sz="1600" b="1" dirty="0"/>
            <a:t>:</a:t>
          </a:r>
          <a:r>
            <a:rPr lang="ko-KR" altLang="en-US" sz="1600" dirty="0"/>
            <a:t> </a:t>
          </a:r>
          <a:r>
            <a:rPr lang="ko-KR" altLang="en-US" sz="1600" b="1" dirty="0"/>
            <a:t>가볍고 빠른 속도</a:t>
          </a:r>
          <a:endParaRPr lang="ko-KR" altLang="en-US" sz="1600" dirty="0"/>
        </a:p>
      </dgm:t>
    </dgm:pt>
    <dgm:pt modelId="{DCC5B646-8312-410A-B91F-676B1DF75BE7}" type="parTrans" cxnId="{E99AC46A-BDCD-4F18-8BDD-3A2E1A2315BD}">
      <dgm:prSet/>
      <dgm:spPr/>
      <dgm:t>
        <a:bodyPr/>
        <a:lstStyle/>
        <a:p>
          <a:pPr latinLnBrk="1"/>
          <a:endParaRPr lang="ko-KR" altLang="en-US"/>
        </a:p>
      </dgm:t>
    </dgm:pt>
    <dgm:pt modelId="{9455D788-3395-4D63-9D4D-1E7BA432598D}" type="sibTrans" cxnId="{E99AC46A-BDCD-4F18-8BDD-3A2E1A2315BD}">
      <dgm:prSet/>
      <dgm:spPr/>
      <dgm:t>
        <a:bodyPr/>
        <a:lstStyle/>
        <a:p>
          <a:pPr latinLnBrk="1"/>
          <a:endParaRPr lang="ko-KR" altLang="en-US"/>
        </a:p>
      </dgm:t>
    </dgm:pt>
    <dgm:pt modelId="{C293EE27-7DCE-4CB6-81DB-9D91BCB51C74}">
      <dgm:prSet phldrT="[텍스트]" phldr="0" custT="1"/>
      <dgm:spPr/>
      <dgm:t>
        <a:bodyPr/>
        <a:lstStyle/>
        <a:p>
          <a:pPr latinLnBrk="1"/>
          <a:r>
            <a:rPr lang="ko-KR" altLang="en-US" sz="1600" b="1" dirty="0"/>
            <a:t>단점</a:t>
          </a:r>
          <a:r>
            <a:rPr lang="en-US" altLang="ko-KR" sz="1600" b="1" dirty="0"/>
            <a:t>:</a:t>
          </a:r>
          <a:r>
            <a:rPr lang="ko-KR" altLang="en-US" sz="1600" dirty="0"/>
            <a:t> </a:t>
          </a:r>
          <a:r>
            <a:rPr lang="ko-KR" altLang="en-US" sz="1600" b="1" dirty="0"/>
            <a:t>보안 취약성</a:t>
          </a:r>
          <a:endParaRPr lang="ko-KR" altLang="en-US" sz="1600" dirty="0"/>
        </a:p>
      </dgm:t>
    </dgm:pt>
    <dgm:pt modelId="{F3157524-8097-4699-B59E-E47B20ED1545}" type="parTrans" cxnId="{5AFE2DE6-FFAF-4A59-BD76-945BF00A204F}">
      <dgm:prSet/>
      <dgm:spPr/>
      <dgm:t>
        <a:bodyPr/>
        <a:lstStyle/>
        <a:p>
          <a:pPr latinLnBrk="1"/>
          <a:endParaRPr lang="ko-KR" altLang="en-US"/>
        </a:p>
      </dgm:t>
    </dgm:pt>
    <dgm:pt modelId="{78BB5AD0-0147-405F-9CA6-8632C17DEE30}" type="sibTrans" cxnId="{5AFE2DE6-FFAF-4A59-BD76-945BF00A204F}">
      <dgm:prSet/>
      <dgm:spPr/>
      <dgm:t>
        <a:bodyPr/>
        <a:lstStyle/>
        <a:p>
          <a:pPr latinLnBrk="1"/>
          <a:endParaRPr lang="ko-KR" altLang="en-US"/>
        </a:p>
      </dgm:t>
    </dgm:pt>
    <dgm:pt modelId="{D57F6D33-F7B1-4D95-8BD0-39DACA90141F}">
      <dgm:prSet phldrT="[텍스트]"/>
      <dgm:spPr/>
      <dgm:t>
        <a:bodyPr/>
        <a:lstStyle/>
        <a:p>
          <a:pPr latinLnBrk="1"/>
          <a:r>
            <a:rPr lang="en-US" altLang="ko-KR" dirty="0"/>
            <a:t>SSH</a:t>
          </a:r>
          <a:endParaRPr lang="ko-KR" altLang="en-US" dirty="0"/>
        </a:p>
      </dgm:t>
    </dgm:pt>
    <dgm:pt modelId="{911DE575-633E-49AD-9683-03225AD5EE2D}" type="parTrans" cxnId="{343F6F63-754B-40E0-BB2D-408369DBFD77}">
      <dgm:prSet/>
      <dgm:spPr/>
      <dgm:t>
        <a:bodyPr/>
        <a:lstStyle/>
        <a:p>
          <a:pPr latinLnBrk="1"/>
          <a:endParaRPr lang="ko-KR" altLang="en-US"/>
        </a:p>
      </dgm:t>
    </dgm:pt>
    <dgm:pt modelId="{C28C8512-2D09-4096-B1C7-8EE34CADCCA5}" type="sibTrans" cxnId="{343F6F63-754B-40E0-BB2D-408369DBFD77}">
      <dgm:prSet/>
      <dgm:spPr/>
      <dgm:t>
        <a:bodyPr/>
        <a:lstStyle/>
        <a:p>
          <a:pPr latinLnBrk="1"/>
          <a:endParaRPr lang="ko-KR" altLang="en-US"/>
        </a:p>
      </dgm:t>
    </dgm:pt>
    <dgm:pt modelId="{AC4FB8A6-8989-4E97-BEAB-B8A3CA48F50B}">
      <dgm:prSet phldrT="[텍스트]" phldr="0" custT="1"/>
      <dgm:spPr/>
      <dgm:t>
        <a:bodyPr/>
        <a:lstStyle/>
        <a:p>
          <a:pPr latinLnBrk="1"/>
          <a:r>
            <a:rPr lang="ko-KR" altLang="en-US" sz="1600" b="1" dirty="0"/>
            <a:t>장점</a:t>
          </a:r>
          <a:r>
            <a:rPr lang="en-US" altLang="ko-KR" sz="1600" b="1" dirty="0"/>
            <a:t>:</a:t>
          </a:r>
          <a:r>
            <a:rPr lang="ko-KR" altLang="en-US" sz="1600" dirty="0"/>
            <a:t> </a:t>
          </a:r>
          <a:r>
            <a:rPr lang="ko-KR" altLang="en-US" sz="1600" b="1" dirty="0"/>
            <a:t>보안 통신</a:t>
          </a:r>
          <a:endParaRPr lang="ko-KR" altLang="en-US" sz="1600" baseline="0" dirty="0"/>
        </a:p>
      </dgm:t>
    </dgm:pt>
    <dgm:pt modelId="{F62ECD69-C15C-4CDD-88DD-D0460EBFA663}" type="parTrans" cxnId="{E17082AB-EF8B-4ED1-9332-C6FE10E92CD9}">
      <dgm:prSet/>
      <dgm:spPr/>
      <dgm:t>
        <a:bodyPr/>
        <a:lstStyle/>
        <a:p>
          <a:pPr latinLnBrk="1"/>
          <a:endParaRPr lang="ko-KR" altLang="en-US"/>
        </a:p>
      </dgm:t>
    </dgm:pt>
    <dgm:pt modelId="{8DFCFF3D-7164-45D9-9C65-D3CED7EB4E43}" type="sibTrans" cxnId="{E17082AB-EF8B-4ED1-9332-C6FE10E92CD9}">
      <dgm:prSet/>
      <dgm:spPr/>
      <dgm:t>
        <a:bodyPr/>
        <a:lstStyle/>
        <a:p>
          <a:pPr latinLnBrk="1"/>
          <a:endParaRPr lang="ko-KR" altLang="en-US"/>
        </a:p>
      </dgm:t>
    </dgm:pt>
    <dgm:pt modelId="{B27AE6F9-2389-4415-8EA1-5DB24D4EB837}">
      <dgm:prSet phldrT="[텍스트]" phldr="0" custT="1"/>
      <dgm:spPr/>
      <dgm:t>
        <a:bodyPr/>
        <a:lstStyle/>
        <a:p>
          <a:pPr latinLnBrk="1"/>
          <a:r>
            <a:rPr lang="ko-KR" altLang="en-US" sz="1600" b="1" dirty="0"/>
            <a:t>단점</a:t>
          </a:r>
          <a:r>
            <a:rPr lang="en-US" altLang="ko-KR" sz="1600" b="1" dirty="0"/>
            <a:t>: </a:t>
          </a:r>
          <a:r>
            <a:rPr lang="ko-KR" altLang="en-US" sz="1600" b="0" dirty="0"/>
            <a:t>아이디와 비밀번호 기반이기 때문에 공격에 지속적으로 노출될 수 있다</a:t>
          </a:r>
          <a:r>
            <a:rPr lang="en-US" altLang="ko-KR" sz="1600" b="0" dirty="0"/>
            <a:t>.</a:t>
          </a:r>
          <a:endParaRPr lang="ko-KR" altLang="en-US" sz="1600" b="0" baseline="0" dirty="0"/>
        </a:p>
      </dgm:t>
    </dgm:pt>
    <dgm:pt modelId="{4C54903E-34E1-4670-BE52-E5381A099C37}" type="parTrans" cxnId="{7C5F0B52-4407-4A37-B9E1-E5898DC27E15}">
      <dgm:prSet/>
      <dgm:spPr/>
      <dgm:t>
        <a:bodyPr/>
        <a:lstStyle/>
        <a:p>
          <a:pPr latinLnBrk="1"/>
          <a:endParaRPr lang="ko-KR" altLang="en-US"/>
        </a:p>
      </dgm:t>
    </dgm:pt>
    <dgm:pt modelId="{A154CDA8-90F5-4BFA-99F8-944DE8814735}" type="sibTrans" cxnId="{7C5F0B52-4407-4A37-B9E1-E5898DC27E15}">
      <dgm:prSet/>
      <dgm:spPr/>
      <dgm:t>
        <a:bodyPr/>
        <a:lstStyle/>
        <a:p>
          <a:pPr latinLnBrk="1"/>
          <a:endParaRPr lang="ko-KR" altLang="en-US"/>
        </a:p>
      </dgm:t>
    </dgm:pt>
    <dgm:pt modelId="{D49B378B-010C-4B4B-AE52-0AF08B0ED8EF}">
      <dgm:prSet phldrT="[텍스트]"/>
      <dgm:spPr/>
      <dgm:t>
        <a:bodyPr/>
        <a:lstStyle/>
        <a:p>
          <a:pPr latinLnBrk="1">
            <a:buNone/>
          </a:pPr>
          <a:r>
            <a:rPr lang="en-US" dirty="0"/>
            <a:t>SSH Key Exchange</a:t>
          </a:r>
          <a:endParaRPr lang="ko-KR" altLang="en-US" dirty="0"/>
        </a:p>
      </dgm:t>
    </dgm:pt>
    <dgm:pt modelId="{34EAB454-C612-44AA-8B7F-69502FAF39BF}" type="parTrans" cxnId="{9DB41DDA-09F2-4276-97E2-B5D54E94B5FB}">
      <dgm:prSet/>
      <dgm:spPr/>
      <dgm:t>
        <a:bodyPr/>
        <a:lstStyle/>
        <a:p>
          <a:pPr latinLnBrk="1"/>
          <a:endParaRPr lang="ko-KR" altLang="en-US"/>
        </a:p>
      </dgm:t>
    </dgm:pt>
    <dgm:pt modelId="{A4B92F30-78A2-47BC-812B-B3BA513A4F9A}" type="sibTrans" cxnId="{9DB41DDA-09F2-4276-97E2-B5D54E94B5FB}">
      <dgm:prSet/>
      <dgm:spPr/>
      <dgm:t>
        <a:bodyPr/>
        <a:lstStyle/>
        <a:p>
          <a:pPr latinLnBrk="1"/>
          <a:endParaRPr lang="ko-KR" altLang="en-US"/>
        </a:p>
      </dgm:t>
    </dgm:pt>
    <dgm:pt modelId="{60B095C2-5A3A-4728-825F-E36F704DD46D}">
      <dgm:prSet phldrT="[텍스트]" phldr="0" custT="1"/>
      <dgm:spPr/>
      <dgm:t>
        <a:bodyPr/>
        <a:lstStyle/>
        <a:p>
          <a:pPr latinLnBrk="1"/>
          <a:r>
            <a:rPr lang="ko-KR" altLang="en-US" sz="1600" b="1" dirty="0"/>
            <a:t>장점</a:t>
          </a:r>
          <a:r>
            <a:rPr lang="en-US" altLang="ko-KR" sz="1600" b="1" dirty="0"/>
            <a:t>:</a:t>
          </a:r>
          <a:r>
            <a:rPr lang="ko-KR" altLang="en-US" sz="1600" dirty="0"/>
            <a:t> </a:t>
          </a:r>
          <a:r>
            <a:rPr lang="ko-KR" altLang="en-US" sz="1600" b="1" dirty="0"/>
            <a:t>최상급 보안성</a:t>
          </a:r>
          <a:r>
            <a:rPr lang="en-US" altLang="ko-KR" sz="1600" b="1" dirty="0"/>
            <a:t>. </a:t>
          </a:r>
          <a:endParaRPr lang="ko-KR" altLang="en-US" sz="1600" baseline="0" dirty="0"/>
        </a:p>
      </dgm:t>
    </dgm:pt>
    <dgm:pt modelId="{BD83E7EF-CD87-4123-8E69-6B73A35F8BEE}" type="parTrans" cxnId="{36792147-880D-489E-9F5C-437B0E724660}">
      <dgm:prSet/>
      <dgm:spPr/>
      <dgm:t>
        <a:bodyPr/>
        <a:lstStyle/>
        <a:p>
          <a:pPr latinLnBrk="1"/>
          <a:endParaRPr lang="ko-KR" altLang="en-US"/>
        </a:p>
      </dgm:t>
    </dgm:pt>
    <dgm:pt modelId="{0EBED233-01EB-484B-A509-BFE8340A17AA}" type="sibTrans" cxnId="{36792147-880D-489E-9F5C-437B0E724660}">
      <dgm:prSet/>
      <dgm:spPr/>
      <dgm:t>
        <a:bodyPr/>
        <a:lstStyle/>
        <a:p>
          <a:pPr latinLnBrk="1"/>
          <a:endParaRPr lang="ko-KR" altLang="en-US"/>
        </a:p>
      </dgm:t>
    </dgm:pt>
    <dgm:pt modelId="{4639A2B8-6A71-4699-B2BC-13BDF70AF90C}">
      <dgm:prSet phldrT="[텍스트]" phldr="0" custT="1"/>
      <dgm:spPr/>
      <dgm:t>
        <a:bodyPr/>
        <a:lstStyle/>
        <a:p>
          <a:pPr latinLnBrk="1"/>
          <a:r>
            <a:rPr lang="ko-KR" altLang="en-US" sz="1600" dirty="0"/>
            <a:t>복잡한 알고리즘으로 생성된 키를 사용하므로 개인키가 없는 한 서버에 절대 접속할 수 없다</a:t>
          </a:r>
          <a:r>
            <a:rPr lang="en-US" altLang="ko-KR" sz="1600" dirty="0"/>
            <a:t>.</a:t>
          </a:r>
          <a:endParaRPr lang="ko-KR" altLang="en-US" sz="1600" baseline="0" dirty="0"/>
        </a:p>
      </dgm:t>
    </dgm:pt>
    <dgm:pt modelId="{6DC254A1-BCFE-4FDD-9C2F-200B4F186F89}" type="parTrans" cxnId="{03CAA13E-1490-4CEA-86B0-B3A0113CCBC9}">
      <dgm:prSet/>
      <dgm:spPr/>
      <dgm:t>
        <a:bodyPr/>
        <a:lstStyle/>
        <a:p>
          <a:pPr latinLnBrk="1"/>
          <a:endParaRPr lang="ko-KR" altLang="en-US"/>
        </a:p>
      </dgm:t>
    </dgm:pt>
    <dgm:pt modelId="{E8CCC264-132A-44AF-AAEF-BD086A0C6425}" type="sibTrans" cxnId="{03CAA13E-1490-4CEA-86B0-B3A0113CCBC9}">
      <dgm:prSet/>
      <dgm:spPr/>
      <dgm:t>
        <a:bodyPr/>
        <a:lstStyle/>
        <a:p>
          <a:pPr latinLnBrk="1"/>
          <a:endParaRPr lang="ko-KR" altLang="en-US"/>
        </a:p>
      </dgm:t>
    </dgm:pt>
    <dgm:pt modelId="{146B366C-2ADE-4E7F-A519-6853B4F316D7}" type="pres">
      <dgm:prSet presAssocID="{09047B58-8210-4CD9-ABE6-BB3631417566}" presName="Name0" presStyleCnt="0">
        <dgm:presLayoutVars>
          <dgm:dir/>
          <dgm:animLvl val="lvl"/>
          <dgm:resizeHandles val="exact"/>
        </dgm:presLayoutVars>
      </dgm:prSet>
      <dgm:spPr/>
    </dgm:pt>
    <dgm:pt modelId="{B56AF900-A459-4AB8-9226-8B965FFC7D67}" type="pres">
      <dgm:prSet presAssocID="{121EB00B-65E1-46DA-B959-22C59DB08AD6}" presName="composite" presStyleCnt="0"/>
      <dgm:spPr/>
    </dgm:pt>
    <dgm:pt modelId="{4D8DB402-BD9C-4AFF-AC6E-90E56AF4B41D}" type="pres">
      <dgm:prSet presAssocID="{121EB00B-65E1-46DA-B959-22C59DB08AD6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3A6B824E-691F-4D1E-AA0B-2D5429CB1320}" type="pres">
      <dgm:prSet presAssocID="{121EB00B-65E1-46DA-B959-22C59DB08AD6}" presName="desTx" presStyleLbl="alignAccFollowNode1" presStyleIdx="0" presStyleCnt="3">
        <dgm:presLayoutVars>
          <dgm:bulletEnabled val="1"/>
        </dgm:presLayoutVars>
      </dgm:prSet>
      <dgm:spPr/>
    </dgm:pt>
    <dgm:pt modelId="{58DF4351-7AC6-4E2D-82CF-290DE2013A1E}" type="pres">
      <dgm:prSet presAssocID="{A9678FCB-8991-4F44-BB3E-241753EA19F1}" presName="space" presStyleCnt="0"/>
      <dgm:spPr/>
    </dgm:pt>
    <dgm:pt modelId="{CB09AE6E-8B1D-416B-A15D-85938331A836}" type="pres">
      <dgm:prSet presAssocID="{D57F6D33-F7B1-4D95-8BD0-39DACA90141F}" presName="composite" presStyleCnt="0"/>
      <dgm:spPr/>
    </dgm:pt>
    <dgm:pt modelId="{3B4DB26C-9DD1-4EAE-878E-3AC73AD6A217}" type="pres">
      <dgm:prSet presAssocID="{D57F6D33-F7B1-4D95-8BD0-39DACA90141F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E8E25AFB-0EE2-48F6-AE03-00A37FFF4549}" type="pres">
      <dgm:prSet presAssocID="{D57F6D33-F7B1-4D95-8BD0-39DACA90141F}" presName="desTx" presStyleLbl="alignAccFollowNode1" presStyleIdx="1" presStyleCnt="3">
        <dgm:presLayoutVars>
          <dgm:bulletEnabled val="1"/>
        </dgm:presLayoutVars>
      </dgm:prSet>
      <dgm:spPr/>
    </dgm:pt>
    <dgm:pt modelId="{4F979E27-2974-4E26-8A51-B60F78179F74}" type="pres">
      <dgm:prSet presAssocID="{C28C8512-2D09-4096-B1C7-8EE34CADCCA5}" presName="space" presStyleCnt="0"/>
      <dgm:spPr/>
    </dgm:pt>
    <dgm:pt modelId="{DB87C2A6-667F-4CFE-B1C1-4C255E404D0D}" type="pres">
      <dgm:prSet presAssocID="{D49B378B-010C-4B4B-AE52-0AF08B0ED8EF}" presName="composite" presStyleCnt="0"/>
      <dgm:spPr/>
    </dgm:pt>
    <dgm:pt modelId="{7D4502DB-3ED4-4ACB-A8B7-4F3CA963ED79}" type="pres">
      <dgm:prSet presAssocID="{D49B378B-010C-4B4B-AE52-0AF08B0ED8EF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BE4AD968-E576-48BC-9385-EE4B2CC401D2}" type="pres">
      <dgm:prSet presAssocID="{D49B378B-010C-4B4B-AE52-0AF08B0ED8EF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F3BA810C-9C73-481D-B42C-BF808CE66B51}" type="presOf" srcId="{C293EE27-7DCE-4CB6-81DB-9D91BCB51C74}" destId="{3A6B824E-691F-4D1E-AA0B-2D5429CB1320}" srcOrd="0" destOrd="1" presId="urn:microsoft.com/office/officeart/2005/8/layout/hList1"/>
    <dgm:cxn modelId="{1C82610D-6246-48F8-97D1-E51DB682BB87}" type="presOf" srcId="{09047B58-8210-4CD9-ABE6-BB3631417566}" destId="{146B366C-2ADE-4E7F-A519-6853B4F316D7}" srcOrd="0" destOrd="0" presId="urn:microsoft.com/office/officeart/2005/8/layout/hList1"/>
    <dgm:cxn modelId="{9C00F511-8A44-4CE7-9B6A-8B87EBAD71D8}" type="presOf" srcId="{D57F6D33-F7B1-4D95-8BD0-39DACA90141F}" destId="{3B4DB26C-9DD1-4EAE-878E-3AC73AD6A217}" srcOrd="0" destOrd="0" presId="urn:microsoft.com/office/officeart/2005/8/layout/hList1"/>
    <dgm:cxn modelId="{CF246535-2536-4412-AD36-DB46056E24FC}" type="presOf" srcId="{B27AE6F9-2389-4415-8EA1-5DB24D4EB837}" destId="{E8E25AFB-0EE2-48F6-AE03-00A37FFF4549}" srcOrd="0" destOrd="1" presId="urn:microsoft.com/office/officeart/2005/8/layout/hList1"/>
    <dgm:cxn modelId="{E381103C-A9EF-407B-9947-4CE248EAE7B0}" type="presOf" srcId="{D49B378B-010C-4B4B-AE52-0AF08B0ED8EF}" destId="{7D4502DB-3ED4-4ACB-A8B7-4F3CA963ED79}" srcOrd="0" destOrd="0" presId="urn:microsoft.com/office/officeart/2005/8/layout/hList1"/>
    <dgm:cxn modelId="{03CAA13E-1490-4CEA-86B0-B3A0113CCBC9}" srcId="{D49B378B-010C-4B4B-AE52-0AF08B0ED8EF}" destId="{4639A2B8-6A71-4699-B2BC-13BDF70AF90C}" srcOrd="1" destOrd="0" parTransId="{6DC254A1-BCFE-4FDD-9C2F-200B4F186F89}" sibTransId="{E8CCC264-132A-44AF-AAEF-BD086A0C6425}"/>
    <dgm:cxn modelId="{5D5DE53F-BE02-4E16-B5FB-87F72AEDBB72}" type="presOf" srcId="{121EB00B-65E1-46DA-B959-22C59DB08AD6}" destId="{4D8DB402-BD9C-4AFF-AC6E-90E56AF4B41D}" srcOrd="0" destOrd="0" presId="urn:microsoft.com/office/officeart/2005/8/layout/hList1"/>
    <dgm:cxn modelId="{29B44C40-27C7-4B1E-9A24-AA0ADF1418E6}" srcId="{09047B58-8210-4CD9-ABE6-BB3631417566}" destId="{121EB00B-65E1-46DA-B959-22C59DB08AD6}" srcOrd="0" destOrd="0" parTransId="{3B098509-B3D8-41B6-8671-27EF4D95C930}" sibTransId="{A9678FCB-8991-4F44-BB3E-241753EA19F1}"/>
    <dgm:cxn modelId="{2B38605B-4271-4849-A02C-5FB57547BC5C}" type="presOf" srcId="{4639A2B8-6A71-4699-B2BC-13BDF70AF90C}" destId="{BE4AD968-E576-48BC-9385-EE4B2CC401D2}" srcOrd="0" destOrd="1" presId="urn:microsoft.com/office/officeart/2005/8/layout/hList1"/>
    <dgm:cxn modelId="{343F6F63-754B-40E0-BB2D-408369DBFD77}" srcId="{09047B58-8210-4CD9-ABE6-BB3631417566}" destId="{D57F6D33-F7B1-4D95-8BD0-39DACA90141F}" srcOrd="1" destOrd="0" parTransId="{911DE575-633E-49AD-9683-03225AD5EE2D}" sibTransId="{C28C8512-2D09-4096-B1C7-8EE34CADCCA5}"/>
    <dgm:cxn modelId="{36792147-880D-489E-9F5C-437B0E724660}" srcId="{D49B378B-010C-4B4B-AE52-0AF08B0ED8EF}" destId="{60B095C2-5A3A-4728-825F-E36F704DD46D}" srcOrd="0" destOrd="0" parTransId="{BD83E7EF-CD87-4123-8E69-6B73A35F8BEE}" sibTransId="{0EBED233-01EB-484B-A509-BFE8340A17AA}"/>
    <dgm:cxn modelId="{E99AC46A-BDCD-4F18-8BDD-3A2E1A2315BD}" srcId="{121EB00B-65E1-46DA-B959-22C59DB08AD6}" destId="{3A2F479B-13D3-4A71-9F95-DDD65C99F2ED}" srcOrd="0" destOrd="0" parTransId="{DCC5B646-8312-410A-B91F-676B1DF75BE7}" sibTransId="{9455D788-3395-4D63-9D4D-1E7BA432598D}"/>
    <dgm:cxn modelId="{7C5F0B52-4407-4A37-B9E1-E5898DC27E15}" srcId="{D57F6D33-F7B1-4D95-8BD0-39DACA90141F}" destId="{B27AE6F9-2389-4415-8EA1-5DB24D4EB837}" srcOrd="1" destOrd="0" parTransId="{4C54903E-34E1-4670-BE52-E5381A099C37}" sibTransId="{A154CDA8-90F5-4BFA-99F8-944DE8814735}"/>
    <dgm:cxn modelId="{E17082AB-EF8B-4ED1-9332-C6FE10E92CD9}" srcId="{D57F6D33-F7B1-4D95-8BD0-39DACA90141F}" destId="{AC4FB8A6-8989-4E97-BEAB-B8A3CA48F50B}" srcOrd="0" destOrd="0" parTransId="{F62ECD69-C15C-4CDD-88DD-D0460EBFA663}" sibTransId="{8DFCFF3D-7164-45D9-9C65-D3CED7EB4E43}"/>
    <dgm:cxn modelId="{110C9BBD-79A8-423D-B0C6-AAB8D230D9D2}" type="presOf" srcId="{3A2F479B-13D3-4A71-9F95-DDD65C99F2ED}" destId="{3A6B824E-691F-4D1E-AA0B-2D5429CB1320}" srcOrd="0" destOrd="0" presId="urn:microsoft.com/office/officeart/2005/8/layout/hList1"/>
    <dgm:cxn modelId="{9DB41DDA-09F2-4276-97E2-B5D54E94B5FB}" srcId="{09047B58-8210-4CD9-ABE6-BB3631417566}" destId="{D49B378B-010C-4B4B-AE52-0AF08B0ED8EF}" srcOrd="2" destOrd="0" parTransId="{34EAB454-C612-44AA-8B7F-69502FAF39BF}" sibTransId="{A4B92F30-78A2-47BC-812B-B3BA513A4F9A}"/>
    <dgm:cxn modelId="{3CDF0EE4-D63C-47F4-9048-7758E23B7673}" type="presOf" srcId="{60B095C2-5A3A-4728-825F-E36F704DD46D}" destId="{BE4AD968-E576-48BC-9385-EE4B2CC401D2}" srcOrd="0" destOrd="0" presId="urn:microsoft.com/office/officeart/2005/8/layout/hList1"/>
    <dgm:cxn modelId="{5AFE2DE6-FFAF-4A59-BD76-945BF00A204F}" srcId="{121EB00B-65E1-46DA-B959-22C59DB08AD6}" destId="{C293EE27-7DCE-4CB6-81DB-9D91BCB51C74}" srcOrd="1" destOrd="0" parTransId="{F3157524-8097-4699-B59E-E47B20ED1545}" sibTransId="{78BB5AD0-0147-405F-9CA6-8632C17DEE30}"/>
    <dgm:cxn modelId="{3C4CB5F2-4E48-4976-922E-7A7DFE40FBF1}" type="presOf" srcId="{AC4FB8A6-8989-4E97-BEAB-B8A3CA48F50B}" destId="{E8E25AFB-0EE2-48F6-AE03-00A37FFF4549}" srcOrd="0" destOrd="0" presId="urn:microsoft.com/office/officeart/2005/8/layout/hList1"/>
    <dgm:cxn modelId="{673BC452-DFB4-49AB-8AFC-CDB1BB76F559}" type="presParOf" srcId="{146B366C-2ADE-4E7F-A519-6853B4F316D7}" destId="{B56AF900-A459-4AB8-9226-8B965FFC7D67}" srcOrd="0" destOrd="0" presId="urn:microsoft.com/office/officeart/2005/8/layout/hList1"/>
    <dgm:cxn modelId="{8E16A944-BBF3-46C3-B04F-12C7AA5DFE36}" type="presParOf" srcId="{B56AF900-A459-4AB8-9226-8B965FFC7D67}" destId="{4D8DB402-BD9C-4AFF-AC6E-90E56AF4B41D}" srcOrd="0" destOrd="0" presId="urn:microsoft.com/office/officeart/2005/8/layout/hList1"/>
    <dgm:cxn modelId="{1A7BCC9C-FE4E-4AB4-8BA3-247558439F47}" type="presParOf" srcId="{B56AF900-A459-4AB8-9226-8B965FFC7D67}" destId="{3A6B824E-691F-4D1E-AA0B-2D5429CB1320}" srcOrd="1" destOrd="0" presId="urn:microsoft.com/office/officeart/2005/8/layout/hList1"/>
    <dgm:cxn modelId="{102A66EB-A396-4F45-9F7A-11421B3DE03B}" type="presParOf" srcId="{146B366C-2ADE-4E7F-A519-6853B4F316D7}" destId="{58DF4351-7AC6-4E2D-82CF-290DE2013A1E}" srcOrd="1" destOrd="0" presId="urn:microsoft.com/office/officeart/2005/8/layout/hList1"/>
    <dgm:cxn modelId="{21FDA3F2-7557-4984-9633-7B557CCB0597}" type="presParOf" srcId="{146B366C-2ADE-4E7F-A519-6853B4F316D7}" destId="{CB09AE6E-8B1D-416B-A15D-85938331A836}" srcOrd="2" destOrd="0" presId="urn:microsoft.com/office/officeart/2005/8/layout/hList1"/>
    <dgm:cxn modelId="{D00151AB-1546-42EC-9074-65359A1F24F8}" type="presParOf" srcId="{CB09AE6E-8B1D-416B-A15D-85938331A836}" destId="{3B4DB26C-9DD1-4EAE-878E-3AC73AD6A217}" srcOrd="0" destOrd="0" presId="urn:microsoft.com/office/officeart/2005/8/layout/hList1"/>
    <dgm:cxn modelId="{88567BCE-FDB1-4124-9686-CDC761FB5BEA}" type="presParOf" srcId="{CB09AE6E-8B1D-416B-A15D-85938331A836}" destId="{E8E25AFB-0EE2-48F6-AE03-00A37FFF4549}" srcOrd="1" destOrd="0" presId="urn:microsoft.com/office/officeart/2005/8/layout/hList1"/>
    <dgm:cxn modelId="{2292CAE7-EF22-4D19-B26D-D702F84DC7BC}" type="presParOf" srcId="{146B366C-2ADE-4E7F-A519-6853B4F316D7}" destId="{4F979E27-2974-4E26-8A51-B60F78179F74}" srcOrd="3" destOrd="0" presId="urn:microsoft.com/office/officeart/2005/8/layout/hList1"/>
    <dgm:cxn modelId="{15062583-8674-40F7-931F-4DDB860A4BF1}" type="presParOf" srcId="{146B366C-2ADE-4E7F-A519-6853B4F316D7}" destId="{DB87C2A6-667F-4CFE-B1C1-4C255E404D0D}" srcOrd="4" destOrd="0" presId="urn:microsoft.com/office/officeart/2005/8/layout/hList1"/>
    <dgm:cxn modelId="{D1E9D9FF-201F-4D4E-9ED8-F6F8744F7C72}" type="presParOf" srcId="{DB87C2A6-667F-4CFE-B1C1-4C255E404D0D}" destId="{7D4502DB-3ED4-4ACB-A8B7-4F3CA963ED79}" srcOrd="0" destOrd="0" presId="urn:microsoft.com/office/officeart/2005/8/layout/hList1"/>
    <dgm:cxn modelId="{952C5A17-00C4-4C07-BA8A-EE54B1B9ADF5}" type="presParOf" srcId="{DB87C2A6-667F-4CFE-B1C1-4C255E404D0D}" destId="{BE4AD968-E576-48BC-9385-EE4B2CC401D2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8DB402-BD9C-4AFF-AC6E-90E56AF4B41D}">
      <dsp:nvSpPr>
        <dsp:cNvPr id="0" name=""/>
        <dsp:cNvSpPr/>
      </dsp:nvSpPr>
      <dsp:spPr>
        <a:xfrm>
          <a:off x="3286" y="868998"/>
          <a:ext cx="3203971" cy="7488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600" kern="1200" dirty="0"/>
            <a:t>Telnet</a:t>
          </a:r>
          <a:endParaRPr lang="ko-KR" altLang="en-US" sz="2600" kern="1200" dirty="0"/>
        </a:p>
      </dsp:txBody>
      <dsp:txXfrm>
        <a:off x="3286" y="868998"/>
        <a:ext cx="3203971" cy="748800"/>
      </dsp:txXfrm>
    </dsp:sp>
    <dsp:sp modelId="{3A6B824E-691F-4D1E-AA0B-2D5429CB1320}">
      <dsp:nvSpPr>
        <dsp:cNvPr id="0" name=""/>
        <dsp:cNvSpPr/>
      </dsp:nvSpPr>
      <dsp:spPr>
        <a:xfrm>
          <a:off x="3286" y="1617798"/>
          <a:ext cx="3203971" cy="186454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600" b="1" kern="1200" dirty="0"/>
            <a:t>장점</a:t>
          </a:r>
          <a:r>
            <a:rPr lang="en-US" altLang="ko-KR" sz="1600" b="1" kern="1200" dirty="0"/>
            <a:t>:</a:t>
          </a:r>
          <a:r>
            <a:rPr lang="ko-KR" altLang="en-US" sz="1600" kern="1200" dirty="0"/>
            <a:t> </a:t>
          </a:r>
          <a:r>
            <a:rPr lang="ko-KR" altLang="en-US" sz="1600" b="1" kern="1200" dirty="0"/>
            <a:t>가볍고 빠른 속도</a:t>
          </a:r>
          <a:endParaRPr lang="ko-KR" altLang="en-US" sz="1600" kern="1200" dirty="0"/>
        </a:p>
        <a:p>
          <a:pPr marL="171450" lvl="1" indent="-171450" algn="l" defTabSz="7112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600" b="1" kern="1200" dirty="0"/>
            <a:t>단점</a:t>
          </a:r>
          <a:r>
            <a:rPr lang="en-US" altLang="ko-KR" sz="1600" b="1" kern="1200" dirty="0"/>
            <a:t>:</a:t>
          </a:r>
          <a:r>
            <a:rPr lang="ko-KR" altLang="en-US" sz="1600" kern="1200" dirty="0"/>
            <a:t> </a:t>
          </a:r>
          <a:r>
            <a:rPr lang="ko-KR" altLang="en-US" sz="1600" b="1" kern="1200" dirty="0"/>
            <a:t>보안 취약성</a:t>
          </a:r>
          <a:endParaRPr lang="ko-KR" altLang="en-US" sz="1600" kern="1200" dirty="0"/>
        </a:p>
      </dsp:txBody>
      <dsp:txXfrm>
        <a:off x="3286" y="1617798"/>
        <a:ext cx="3203971" cy="1864541"/>
      </dsp:txXfrm>
    </dsp:sp>
    <dsp:sp modelId="{3B4DB26C-9DD1-4EAE-878E-3AC73AD6A217}">
      <dsp:nvSpPr>
        <dsp:cNvPr id="0" name=""/>
        <dsp:cNvSpPr/>
      </dsp:nvSpPr>
      <dsp:spPr>
        <a:xfrm>
          <a:off x="3655814" y="868998"/>
          <a:ext cx="3203971" cy="7488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600" kern="1200" dirty="0"/>
            <a:t>SSH</a:t>
          </a:r>
          <a:endParaRPr lang="ko-KR" altLang="en-US" sz="2600" kern="1200" dirty="0"/>
        </a:p>
      </dsp:txBody>
      <dsp:txXfrm>
        <a:off x="3655814" y="868998"/>
        <a:ext cx="3203971" cy="748800"/>
      </dsp:txXfrm>
    </dsp:sp>
    <dsp:sp modelId="{E8E25AFB-0EE2-48F6-AE03-00A37FFF4549}">
      <dsp:nvSpPr>
        <dsp:cNvPr id="0" name=""/>
        <dsp:cNvSpPr/>
      </dsp:nvSpPr>
      <dsp:spPr>
        <a:xfrm>
          <a:off x="3655814" y="1617798"/>
          <a:ext cx="3203971" cy="186454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600" b="1" kern="1200" dirty="0"/>
            <a:t>장점</a:t>
          </a:r>
          <a:r>
            <a:rPr lang="en-US" altLang="ko-KR" sz="1600" b="1" kern="1200" dirty="0"/>
            <a:t>:</a:t>
          </a:r>
          <a:r>
            <a:rPr lang="ko-KR" altLang="en-US" sz="1600" kern="1200" dirty="0"/>
            <a:t> </a:t>
          </a:r>
          <a:r>
            <a:rPr lang="ko-KR" altLang="en-US" sz="1600" b="1" kern="1200" dirty="0"/>
            <a:t>보안 통신</a:t>
          </a:r>
          <a:endParaRPr lang="ko-KR" altLang="en-US" sz="1600" kern="1200" baseline="0" dirty="0"/>
        </a:p>
        <a:p>
          <a:pPr marL="171450" lvl="1" indent="-171450" algn="l" defTabSz="7112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600" b="1" kern="1200" dirty="0"/>
            <a:t>단점</a:t>
          </a:r>
          <a:r>
            <a:rPr lang="en-US" altLang="ko-KR" sz="1600" b="1" kern="1200" dirty="0"/>
            <a:t>: </a:t>
          </a:r>
          <a:r>
            <a:rPr lang="ko-KR" altLang="en-US" sz="1600" b="0" kern="1200" dirty="0"/>
            <a:t>아이디와 비밀번호 기반이기 때문에 공격에 지속적으로 노출될 수 있다</a:t>
          </a:r>
          <a:r>
            <a:rPr lang="en-US" altLang="ko-KR" sz="1600" b="0" kern="1200" dirty="0"/>
            <a:t>.</a:t>
          </a:r>
          <a:endParaRPr lang="ko-KR" altLang="en-US" sz="1600" b="0" kern="1200" baseline="0" dirty="0"/>
        </a:p>
      </dsp:txBody>
      <dsp:txXfrm>
        <a:off x="3655814" y="1617798"/>
        <a:ext cx="3203971" cy="1864541"/>
      </dsp:txXfrm>
    </dsp:sp>
    <dsp:sp modelId="{7D4502DB-3ED4-4ACB-A8B7-4F3CA963ED79}">
      <dsp:nvSpPr>
        <dsp:cNvPr id="0" name=""/>
        <dsp:cNvSpPr/>
      </dsp:nvSpPr>
      <dsp:spPr>
        <a:xfrm>
          <a:off x="7308342" y="868998"/>
          <a:ext cx="3203971" cy="7488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SSH Key Exchange</a:t>
          </a:r>
          <a:endParaRPr lang="ko-KR" altLang="en-US" sz="2600" kern="1200" dirty="0"/>
        </a:p>
      </dsp:txBody>
      <dsp:txXfrm>
        <a:off x="7308342" y="868998"/>
        <a:ext cx="3203971" cy="748800"/>
      </dsp:txXfrm>
    </dsp:sp>
    <dsp:sp modelId="{BE4AD968-E576-48BC-9385-EE4B2CC401D2}">
      <dsp:nvSpPr>
        <dsp:cNvPr id="0" name=""/>
        <dsp:cNvSpPr/>
      </dsp:nvSpPr>
      <dsp:spPr>
        <a:xfrm>
          <a:off x="7308342" y="1617798"/>
          <a:ext cx="3203971" cy="186454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600" b="1" kern="1200" dirty="0"/>
            <a:t>장점</a:t>
          </a:r>
          <a:r>
            <a:rPr lang="en-US" altLang="ko-KR" sz="1600" b="1" kern="1200" dirty="0"/>
            <a:t>:</a:t>
          </a:r>
          <a:r>
            <a:rPr lang="ko-KR" altLang="en-US" sz="1600" kern="1200" dirty="0"/>
            <a:t> </a:t>
          </a:r>
          <a:r>
            <a:rPr lang="ko-KR" altLang="en-US" sz="1600" b="1" kern="1200" dirty="0"/>
            <a:t>최상급 보안성</a:t>
          </a:r>
          <a:r>
            <a:rPr lang="en-US" altLang="ko-KR" sz="1600" b="1" kern="1200" dirty="0"/>
            <a:t>. </a:t>
          </a:r>
          <a:endParaRPr lang="ko-KR" altLang="en-US" sz="1600" kern="1200" baseline="0" dirty="0"/>
        </a:p>
        <a:p>
          <a:pPr marL="171450" lvl="1" indent="-171450" algn="l" defTabSz="7112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600" kern="1200" dirty="0"/>
            <a:t>복잡한 알고리즘으로 생성된 키를 사용하므로 개인키가 없는 한 서버에 절대 접속할 수 없다</a:t>
          </a:r>
          <a:r>
            <a:rPr lang="en-US" altLang="ko-KR" sz="1600" kern="1200" dirty="0"/>
            <a:t>.</a:t>
          </a:r>
          <a:endParaRPr lang="ko-KR" altLang="en-US" sz="1600" kern="1200" baseline="0" dirty="0"/>
        </a:p>
      </dsp:txBody>
      <dsp:txXfrm>
        <a:off x="7308342" y="1617798"/>
        <a:ext cx="3203971" cy="186454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BD9A65-BC67-4C05-B7D8-3036ED28E2EC}" type="datetimeFigureOut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1F5F60-C7B7-4F81-ADB5-57F44EE47E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11826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1F5F60-C7B7-4F81-ADB5-57F44EE47E58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88085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867DB5-AD59-C921-C4A0-0FE6BB2505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3F83768-C69C-1400-0ED8-1EFB5793F4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88CDF2-5070-9C80-592D-80D13A018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8D373-9BE6-4CF0-8DD9-0C183DA03515}" type="datetime1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E33EF6-6204-D16D-A608-DA7D8CC8C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356350"/>
            <a:ext cx="2743200" cy="365125"/>
          </a:xfrm>
        </p:spPr>
        <p:txBody>
          <a:bodyPr/>
          <a:lstStyle>
            <a:lvl1pPr algn="ctr">
              <a:defRPr b="1">
                <a:solidFill>
                  <a:schemeClr val="tx1"/>
                </a:solidFill>
              </a:defRPr>
            </a:lvl1pPr>
          </a:lstStyle>
          <a:p>
            <a:pPr algn="ctr"/>
            <a:r>
              <a:rPr lang="en-US" altLang="ko-KR" dirty="0"/>
              <a:t>- </a:t>
            </a:r>
            <a:fld id="{990EECEC-F2F9-4D8C-9352-59B5A27A5511}" type="slidenum">
              <a:rPr lang="ko-KR" altLang="en-US" smtClean="0"/>
              <a:pPr/>
              <a:t>‹#›</a:t>
            </a:fld>
            <a:r>
              <a:rPr lang="ko-KR" altLang="en-US" dirty="0"/>
              <a:t> </a:t>
            </a:r>
            <a:r>
              <a:rPr lang="en-US" altLang="ko-KR" dirty="0"/>
              <a:t>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00441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B234B8-EE89-AE3F-EB8A-4D0CBDB84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314889-18C1-0717-DC3E-F8B538524D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BB1045-746A-9F9E-9B4D-9282C4188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783CC-73F7-4300-9712-6C722DAB9D35}" type="datetime1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692480D-E2CB-6421-FA81-87DCB746E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EECEC-F2F9-4D8C-9352-59B5A27A55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3148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19CC6A-C698-DCF8-92DE-89012D8D9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98B77F2-D0DC-9874-593F-75C94189A1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A81BB6-3D23-CE8A-7BF0-436C894D1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6FC2A-E3C9-4072-8A04-23AA8E0660D4}" type="datetime1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39968B-5179-F1C3-9548-CD109DE78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7F4FE6-C645-C2C8-D292-94BC543F1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EECEC-F2F9-4D8C-9352-59B5A27A55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1719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A0ED2A-6AD8-C6D1-1643-C9B28E98F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E2080F-F5D0-5F4B-EA8E-AF7B758FE1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8400347-F2D3-272F-25D4-E6FDDFF86E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082E3A-B78F-0927-FC49-0AB5A7321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24D4B-0CC0-44FE-B27C-54476F63F4A4}" type="datetime1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58D7372-747D-F98B-67A9-3B32AC54F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C144493-F1BD-94F7-9647-24EDD74AC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EECEC-F2F9-4D8C-9352-59B5A27A55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989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3410CA-D9B0-0194-7AA1-2D492BAC4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9C0D756-D926-4E0E-3882-D0DAF08BFC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9498A80-88E5-2445-C628-CE2338B93F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F0E918F-AC1A-8A07-E563-536ED77B4C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8CC0B0D-388B-95C3-3FB6-673A86CB21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BF91585-44EC-0434-D45A-26F56B996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E348A-0C62-4482-972D-38CCC0936A99}" type="datetime1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76B4D8A-5C85-4527-D4DE-C5485E087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AE7678C-D157-545D-45BC-4F0DE333C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EECEC-F2F9-4D8C-9352-59B5A27A55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1452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8A77B6-50A1-FF95-4559-74DEB78A4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05005D1-F9F0-2C23-5611-A0B3EC4D2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85265-0532-4A9B-92BE-16A886C74F99}" type="datetime1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BFF247F-60C3-D7DE-1B04-89420A977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57BF4D2-48A3-A10C-67D3-7064202C8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EECEC-F2F9-4D8C-9352-59B5A27A55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4384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B450076-3678-AB9F-2CD8-11FDA46D9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C5D44-D5A5-4C70-B007-B55B15A17CBE}" type="datetime1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3295234-9481-578A-D941-2AD9E721B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EF174D-48F1-5B9F-833E-2837DF9CB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EECEC-F2F9-4D8C-9352-59B5A27A55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9280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42DB68-58D7-FBFA-CEE1-627BCEB3B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897599-55C7-8FA2-1F53-3CE5279D92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1AA43F-D121-A723-6538-E08BBA4F62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C0A3A44-B2B9-8C4D-2FF3-48A11D444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B8019-3175-40EA-99D5-C0E175B104DD}" type="datetime1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2F266FA-48AA-B974-A992-B2F66AF3D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45C0B6E-B4E6-0044-C13A-118E2D109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EECEC-F2F9-4D8C-9352-59B5A27A55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6080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72E590-ABAF-6180-5162-7F187E5F0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11C472D-D4DF-74E5-80DF-3D69053EF2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2EE3284-E5BC-D431-7A16-211A27880A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C0C284C-9954-F285-8C2B-448F48924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F8D394-6219-4A56-9E7C-463D1FB808A2}" type="datetime1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E30F4A5-D2E1-1989-39B5-31B24436D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A1FBFB3-0C54-E400-7894-EBF692163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EECEC-F2F9-4D8C-9352-59B5A27A55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1017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B1A83A-5E4F-D90E-D6CD-5B7E9F71D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5A03711-73E1-C389-9095-025A860CAB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9A3BE6-A960-6CFD-25B0-CE2DAFC31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2F8C2-DABB-4316-A8EB-68F09C3A0F56}" type="datetime1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B223626-B1D0-B01F-5CF1-3811447FC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AAA14C-A088-C827-26D0-A89F101CB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EECEC-F2F9-4D8C-9352-59B5A27A55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68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959478F-4102-C876-08E8-49A0FA301D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DAE6C9F-2D37-97C1-9951-5C1AEA3C16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551E65-B2D8-B694-30DB-2E27DC7E6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96D76-8209-44B3-92CF-376D46B8D04B}" type="datetime1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F2598B-8433-D9BE-C6A7-7B7BAD892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BAB1F5B-84B9-CED1-FF0A-B2650569D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EECEC-F2F9-4D8C-9352-59B5A27A55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4090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BD174A0-BD39-48AE-A7C3-915208453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31BAF30-4A0A-2CFA-86E0-37CF522FDE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261FE0-5071-5EE0-CBE8-C6963B68FC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1E30D6-F4DB-422D-9929-EFF4506F95A2}" type="datetime1">
              <a:rPr lang="ko-KR" altLang="en-US" smtClean="0"/>
              <a:t>2026-04-23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990ED9-5711-878D-22F4-CDC4EB4655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algn="ctr"/>
            <a:r>
              <a:rPr lang="en-US" altLang="ko-KR" dirty="0"/>
              <a:t>- </a:t>
            </a:r>
            <a:fld id="{990EECEC-F2F9-4D8C-9352-59B5A27A5511}" type="slidenum">
              <a:rPr lang="ko-KR" altLang="en-US" smtClean="0"/>
              <a:pPr/>
              <a:t>‹#›</a:t>
            </a:fld>
            <a:r>
              <a:rPr lang="ko-KR" altLang="en-US" dirty="0"/>
              <a:t> </a:t>
            </a:r>
            <a:r>
              <a:rPr lang="en-US" altLang="ko-KR" dirty="0"/>
              <a:t>-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08132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ownload.rockylinux.org/pub/rocky/9.7/isos/x86_64/?C=M&amp;O=A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F831A5A4-413C-66F2-2E25-76C7450F95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7138251"/>
              </p:ext>
            </p:extLst>
          </p:nvPr>
        </p:nvGraphicFramePr>
        <p:xfrm>
          <a:off x="1006763" y="1528497"/>
          <a:ext cx="10178474" cy="49145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5965">
                  <a:extLst>
                    <a:ext uri="{9D8B030D-6E8A-4147-A177-3AD203B41FA5}">
                      <a16:colId xmlns:a16="http://schemas.microsoft.com/office/drawing/2014/main" val="2911900639"/>
                    </a:ext>
                  </a:extLst>
                </a:gridCol>
                <a:gridCol w="7952509">
                  <a:extLst>
                    <a:ext uri="{9D8B030D-6E8A-4147-A177-3AD203B41FA5}">
                      <a16:colId xmlns:a16="http://schemas.microsoft.com/office/drawing/2014/main" val="506902265"/>
                    </a:ext>
                  </a:extLst>
                </a:gridCol>
              </a:tblGrid>
              <a:tr h="16381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훈련 </a:t>
                      </a:r>
                      <a:r>
                        <a:rPr lang="ko-KR" altLang="en-US" sz="1800" dirty="0" err="1">
                          <a:solidFill>
                            <a:schemeClr val="tx1"/>
                          </a:solidFill>
                        </a:rPr>
                        <a:t>과정명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정보보안 기반 클라우드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서버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DevOps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인프라 및 네트워크 구성을 통한 실무형 엔지니어 양성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4886387"/>
                  </a:ext>
                </a:extLst>
              </a:tr>
              <a:tr h="16381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교과목명 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자동화 기반의 </a:t>
                      </a:r>
                      <a:r>
                        <a:rPr lang="en-US" altLang="ko-KR" dirty="0"/>
                        <a:t>Linux </a:t>
                      </a:r>
                      <a:r>
                        <a:rPr lang="ko-KR" altLang="en-US" dirty="0"/>
                        <a:t>서버 </a:t>
                      </a:r>
                      <a:r>
                        <a:rPr lang="en-US" altLang="ko-KR" dirty="0"/>
                        <a:t>ICT </a:t>
                      </a:r>
                      <a:r>
                        <a:rPr lang="ko-KR" altLang="en-US" dirty="0"/>
                        <a:t>시스템 설계 및 구축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3772321"/>
                  </a:ext>
                </a:extLst>
              </a:tr>
              <a:tr h="16381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수행장소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강의실</a:t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852546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A79E5D5-529C-CB67-0F90-45135DD6299A}"/>
              </a:ext>
            </a:extLst>
          </p:cNvPr>
          <p:cNvSpPr txBox="1"/>
          <p:nvPr/>
        </p:nvSpPr>
        <p:spPr>
          <a:xfrm>
            <a:off x="9716654" y="1021215"/>
            <a:ext cx="2327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이름 </a:t>
            </a:r>
            <a:r>
              <a:rPr lang="en-US" altLang="ko-KR" dirty="0"/>
              <a:t>: </a:t>
            </a:r>
            <a:r>
              <a:rPr lang="ko-KR" altLang="en-US" dirty="0"/>
              <a:t>김승우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C36899-ABC5-1FB1-FE8A-40DAF51F91F7}"/>
              </a:ext>
            </a:extLst>
          </p:cNvPr>
          <p:cNvSpPr txBox="1"/>
          <p:nvPr/>
        </p:nvSpPr>
        <p:spPr>
          <a:xfrm>
            <a:off x="2777837" y="483156"/>
            <a:ext cx="728749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dirty="0"/>
              <a:t>자동화 기반의 </a:t>
            </a:r>
            <a:r>
              <a:rPr lang="en-US" altLang="ko-KR" sz="2000" dirty="0"/>
              <a:t>Linux </a:t>
            </a:r>
            <a:r>
              <a:rPr lang="ko-KR" altLang="en-US" sz="2000" dirty="0"/>
              <a:t>서버 </a:t>
            </a:r>
            <a:r>
              <a:rPr lang="en-US" altLang="ko-KR" sz="2000" dirty="0"/>
              <a:t>ICT </a:t>
            </a:r>
            <a:r>
              <a:rPr lang="ko-KR" altLang="en-US" sz="2000" dirty="0"/>
              <a:t>시스템 설계 및 구축 </a:t>
            </a:r>
            <a:r>
              <a:rPr lang="en-US" altLang="ko-KR" sz="2000" dirty="0"/>
              <a:t>(</a:t>
            </a:r>
            <a:r>
              <a:rPr lang="ko-KR" altLang="en-US" sz="2000" dirty="0"/>
              <a:t>개인</a:t>
            </a:r>
            <a:r>
              <a:rPr lang="en-US" altLang="ko-KR" sz="2000" dirty="0"/>
              <a:t>)</a:t>
            </a:r>
            <a:endParaRPr lang="ko-KR" altLang="en-US" sz="2000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61D65D7-1BD0-2F14-DA11-B57E1B65F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492875"/>
            <a:ext cx="2743200" cy="365125"/>
          </a:xfrm>
        </p:spPr>
        <p:txBody>
          <a:bodyPr/>
          <a:lstStyle/>
          <a:p>
            <a:r>
              <a:rPr lang="en-US" altLang="ko-KR" dirty="0"/>
              <a:t>- </a:t>
            </a:r>
            <a:fld id="{990EECEC-F2F9-4D8C-9352-59B5A27A5511}" type="slidenum">
              <a:rPr lang="ko-KR" altLang="en-US" smtClean="0"/>
              <a:t>1</a:t>
            </a:fld>
            <a:r>
              <a:rPr lang="ko-KR" altLang="en-US" dirty="0"/>
              <a:t> </a:t>
            </a:r>
            <a:r>
              <a:rPr lang="en-US" altLang="ko-KR" dirty="0"/>
              <a:t>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79818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D055EAA-D89A-C590-7576-0D496436B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9018" y="6387596"/>
            <a:ext cx="2733963" cy="365125"/>
          </a:xfrm>
        </p:spPr>
        <p:txBody>
          <a:bodyPr/>
          <a:lstStyle/>
          <a:p>
            <a:r>
              <a:rPr lang="en-US" altLang="ko-KR" dirty="0"/>
              <a:t>- </a:t>
            </a:r>
            <a:fld id="{990EECEC-F2F9-4D8C-9352-59B5A27A5511}" type="slidenum">
              <a:rPr lang="ko-KR" altLang="en-US" smtClean="0"/>
              <a:pPr/>
              <a:t>2</a:t>
            </a:fld>
            <a:r>
              <a:rPr lang="ko-KR" altLang="en-US" dirty="0"/>
              <a:t> </a:t>
            </a:r>
            <a:r>
              <a:rPr lang="en-US" altLang="ko-KR" dirty="0"/>
              <a:t>-</a:t>
            </a:r>
            <a:r>
              <a:rPr lang="ko-KR" alt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2E312E-497E-AB1B-5F20-8F3BEE69D582}"/>
              </a:ext>
            </a:extLst>
          </p:cNvPr>
          <p:cNvSpPr txBox="1"/>
          <p:nvPr/>
        </p:nvSpPr>
        <p:spPr>
          <a:xfrm>
            <a:off x="3408218" y="13652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i="1" dirty="0"/>
              <a:t>서버 엔지니어 산업체 예상 프로젝트 과제 </a:t>
            </a:r>
            <a:r>
              <a:rPr lang="en-US" altLang="ko-KR" i="1" dirty="0"/>
              <a:t>1</a:t>
            </a:r>
            <a:endParaRPr lang="ko-KR" altLang="en-US" i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D2D73ED-DAE7-98A6-D7CB-5D4D4A223EB7}"/>
              </a:ext>
            </a:extLst>
          </p:cNvPr>
          <p:cNvSpPr txBox="1"/>
          <p:nvPr/>
        </p:nvSpPr>
        <p:spPr>
          <a:xfrm>
            <a:off x="674255" y="648830"/>
            <a:ext cx="5615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설치 전 </a:t>
            </a:r>
            <a:r>
              <a:rPr lang="en-US" altLang="ko-KR" dirty="0"/>
              <a:t>CHECKSUM</a:t>
            </a:r>
            <a:r>
              <a:rPr lang="ko-KR" altLang="en-US" dirty="0"/>
              <a:t> 확인</a:t>
            </a:r>
            <a:r>
              <a:rPr lang="en-US" altLang="ko-KR" dirty="0"/>
              <a:t>(</a:t>
            </a:r>
            <a:r>
              <a:rPr lang="ko-KR" altLang="en-US" dirty="0"/>
              <a:t>파일의 안전성을 위해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A004A7E1-E52B-E357-C8A0-23E0D66A59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523" y="1123360"/>
            <a:ext cx="8373644" cy="895475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04F7C25F-4675-CC7B-1B1E-F5C3571643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523" y="2583739"/>
            <a:ext cx="7954485" cy="3238952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7A595854-89C4-F2AD-E9BE-78BFC4F07C89}"/>
              </a:ext>
            </a:extLst>
          </p:cNvPr>
          <p:cNvSpPr txBox="1"/>
          <p:nvPr/>
        </p:nvSpPr>
        <p:spPr>
          <a:xfrm>
            <a:off x="753109" y="2124033"/>
            <a:ext cx="76161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윈도우 </a:t>
            </a:r>
            <a:r>
              <a:rPr lang="en-US" altLang="ko-KR" sz="1000" dirty="0" err="1"/>
              <a:t>cmd</a:t>
            </a:r>
            <a:r>
              <a:rPr lang="ko-KR" altLang="en-US" sz="1000" dirty="0"/>
              <a:t>창 → </a:t>
            </a:r>
            <a:r>
              <a:rPr lang="en-US" altLang="ko-KR" sz="1000" dirty="0" err="1"/>
              <a:t>dir</a:t>
            </a:r>
            <a:r>
              <a:rPr lang="ko-KR" altLang="en-US" sz="1000" dirty="0"/>
              <a:t>로 현재 파일위치 확인 → </a:t>
            </a:r>
            <a:r>
              <a:rPr lang="en-US" altLang="ko-KR" sz="1000" dirty="0"/>
              <a:t>cd</a:t>
            </a:r>
            <a:r>
              <a:rPr lang="ko-KR" altLang="en-US" sz="1000" dirty="0"/>
              <a:t>로 </a:t>
            </a:r>
            <a:r>
              <a:rPr lang="en-US" altLang="ko-KR" sz="1000" dirty="0"/>
              <a:t>rocky </a:t>
            </a:r>
            <a:r>
              <a:rPr lang="ko-KR" altLang="en-US" sz="1000" dirty="0"/>
              <a:t>파일로 이동→</a:t>
            </a:r>
            <a:r>
              <a:rPr lang="en-US" altLang="ko-KR" sz="1000" dirty="0" err="1">
                <a:effectLst/>
              </a:rPr>
              <a:t>certutil</a:t>
            </a:r>
            <a:r>
              <a:rPr lang="en-US" altLang="ko-KR" sz="1000" dirty="0">
                <a:effectLst/>
              </a:rPr>
              <a:t> -</a:t>
            </a:r>
            <a:r>
              <a:rPr lang="en-US" altLang="ko-KR" sz="1000" dirty="0" err="1">
                <a:effectLst/>
              </a:rPr>
              <a:t>hashfile</a:t>
            </a:r>
            <a:r>
              <a:rPr lang="en-US" altLang="ko-KR" sz="1000" dirty="0">
                <a:effectLst/>
              </a:rPr>
              <a:t> Rocky-10.1-x86_64-dvd1.iso SHA256</a:t>
            </a:r>
            <a:endParaRPr lang="ko-KR" altLang="en-US" sz="1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7105966-0BAE-7DC4-4AF7-432BD1811540}"/>
              </a:ext>
            </a:extLst>
          </p:cNvPr>
          <p:cNvSpPr txBox="1"/>
          <p:nvPr/>
        </p:nvSpPr>
        <p:spPr>
          <a:xfrm>
            <a:off x="761068" y="5913065"/>
            <a:ext cx="52822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Checksum </a:t>
            </a:r>
            <a:r>
              <a:rPr lang="ko-KR" altLang="en-US" sz="1000" dirty="0"/>
              <a:t>을 메모장으로 옮긴 후 값이 층</a:t>
            </a:r>
            <a:r>
              <a:rPr lang="en-US" altLang="ko-KR" sz="1000" dirty="0"/>
              <a:t> </a:t>
            </a:r>
            <a:r>
              <a:rPr lang="ko-KR" altLang="en-US" sz="1000" dirty="0"/>
              <a:t>결과값과 </a:t>
            </a:r>
            <a:r>
              <a:rPr lang="ko-KR" altLang="en-US" sz="1000" dirty="0" err="1"/>
              <a:t>맞다면</a:t>
            </a:r>
            <a:r>
              <a:rPr lang="ko-KR" altLang="en-US" sz="1000" dirty="0"/>
              <a:t> </a:t>
            </a:r>
            <a:r>
              <a:rPr lang="en-US" altLang="ko-KR" sz="1000" dirty="0"/>
              <a:t>iso</a:t>
            </a:r>
            <a:r>
              <a:rPr lang="ko-KR" altLang="en-US" sz="1000" dirty="0"/>
              <a:t>파일은 안전하다는 것이다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330198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302A7-46BE-DFE5-EA7F-346C2956B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E4FE9C-8823-157E-E2FF-FD7A0EDB5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9018" y="6387596"/>
            <a:ext cx="2733963" cy="365125"/>
          </a:xfrm>
        </p:spPr>
        <p:txBody>
          <a:bodyPr/>
          <a:lstStyle/>
          <a:p>
            <a:r>
              <a:rPr lang="en-US" altLang="ko-KR" dirty="0"/>
              <a:t>- </a:t>
            </a:r>
            <a:fld id="{990EECEC-F2F9-4D8C-9352-59B5A27A5511}" type="slidenum">
              <a:rPr lang="ko-KR" altLang="en-US" smtClean="0"/>
              <a:pPr/>
              <a:t>3</a:t>
            </a:fld>
            <a:r>
              <a:rPr lang="ko-KR" altLang="en-US" dirty="0"/>
              <a:t> </a:t>
            </a:r>
            <a:r>
              <a:rPr lang="en-US" altLang="ko-KR" dirty="0"/>
              <a:t>-</a:t>
            </a:r>
            <a:r>
              <a:rPr lang="ko-KR" alt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6BB744-3CC4-A156-62AB-90B75F5CE1B5}"/>
              </a:ext>
            </a:extLst>
          </p:cNvPr>
          <p:cNvSpPr txBox="1"/>
          <p:nvPr/>
        </p:nvSpPr>
        <p:spPr>
          <a:xfrm>
            <a:off x="3408218" y="13652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i="1" dirty="0"/>
              <a:t>서버 엔지니어 산업체 예상 프로젝트 과제 </a:t>
            </a:r>
            <a:r>
              <a:rPr lang="en-US" altLang="ko-KR" i="1" dirty="0"/>
              <a:t>1</a:t>
            </a:r>
            <a:endParaRPr lang="ko-KR" altLang="en-US" i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B4434B-FECD-71F1-948F-05BDD0147CCA}"/>
              </a:ext>
            </a:extLst>
          </p:cNvPr>
          <p:cNvSpPr txBox="1"/>
          <p:nvPr/>
        </p:nvSpPr>
        <p:spPr>
          <a:xfrm>
            <a:off x="593889" y="688157"/>
            <a:ext cx="2416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2. </a:t>
            </a:r>
            <a:r>
              <a:rPr lang="ko-KR" altLang="en-US" dirty="0"/>
              <a:t>설치 </a:t>
            </a:r>
            <a:r>
              <a:rPr lang="en-US" altLang="ko-KR" sz="1000" dirty="0"/>
              <a:t>Rocky Linux 10.1 – UEFI </a:t>
            </a:r>
            <a:endParaRPr lang="ko-KR" altLang="en-US" sz="10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D0B23B4-6495-4EF5-C072-FF9F992270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378" y="1404655"/>
            <a:ext cx="3572758" cy="404869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28A6C87-FCBC-3B38-FE1E-14EDAE06C4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7962" y="1404655"/>
            <a:ext cx="4176074" cy="404869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D3F68E5-ADD6-5901-74B2-C3C6114C1476}"/>
              </a:ext>
            </a:extLst>
          </p:cNvPr>
          <p:cNvSpPr txBox="1"/>
          <p:nvPr/>
        </p:nvSpPr>
        <p:spPr>
          <a:xfrm>
            <a:off x="2497898" y="5653423"/>
            <a:ext cx="7196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기본 설치시 </a:t>
            </a:r>
            <a:r>
              <a:rPr lang="en-US" altLang="ko-KR" dirty="0"/>
              <a:t>BIOS</a:t>
            </a:r>
            <a:r>
              <a:rPr lang="ko-KR" altLang="en-US" dirty="0"/>
              <a:t>로 되어있기 때문에 </a:t>
            </a:r>
            <a:r>
              <a:rPr lang="en-US" altLang="ko-KR" dirty="0"/>
              <a:t>options</a:t>
            </a:r>
            <a:r>
              <a:rPr lang="ko-KR" altLang="en-US" dirty="0"/>
              <a:t>에서 </a:t>
            </a:r>
            <a:r>
              <a:rPr lang="en-US" altLang="ko-KR" dirty="0"/>
              <a:t>UEFI</a:t>
            </a:r>
            <a:r>
              <a:rPr lang="ko-KR" altLang="en-US" dirty="0"/>
              <a:t>로 바꿔 준다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23487094-8F60-A16D-2617-AAB5E8280C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5864" y="1404655"/>
            <a:ext cx="3572758" cy="4048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837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00A5B-FA1D-02B2-0A1D-287C80C1B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446E121-1313-984C-1DA3-D55191E9E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9018" y="6387596"/>
            <a:ext cx="2733963" cy="365125"/>
          </a:xfrm>
        </p:spPr>
        <p:txBody>
          <a:bodyPr/>
          <a:lstStyle/>
          <a:p>
            <a:r>
              <a:rPr lang="en-US" altLang="ko-KR" dirty="0"/>
              <a:t>- </a:t>
            </a:r>
            <a:fld id="{990EECEC-F2F9-4D8C-9352-59B5A27A5511}" type="slidenum">
              <a:rPr lang="ko-KR" altLang="en-US" smtClean="0"/>
              <a:pPr/>
              <a:t>4</a:t>
            </a:fld>
            <a:r>
              <a:rPr lang="ko-KR" altLang="en-US" dirty="0"/>
              <a:t> </a:t>
            </a:r>
            <a:r>
              <a:rPr lang="en-US" altLang="ko-KR" dirty="0"/>
              <a:t>-</a:t>
            </a:r>
            <a:r>
              <a:rPr lang="ko-KR" alt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5AD7DA-0C23-88EE-AFAE-100C769DDFC3}"/>
              </a:ext>
            </a:extLst>
          </p:cNvPr>
          <p:cNvSpPr txBox="1"/>
          <p:nvPr/>
        </p:nvSpPr>
        <p:spPr>
          <a:xfrm>
            <a:off x="3408218" y="13652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i="1" dirty="0"/>
              <a:t>서버 엔지니어 산업체 예상 프로젝트 과제 </a:t>
            </a:r>
            <a:r>
              <a:rPr lang="en-US" altLang="ko-KR" i="1" dirty="0"/>
              <a:t>1</a:t>
            </a:r>
            <a:endParaRPr lang="ko-KR" altLang="en-US" i="1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0820EFF-B68A-E8D7-CCED-3F181CC11A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779" y="793729"/>
            <a:ext cx="2839566" cy="186634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E39810F-5FB5-CE48-E710-64A56EFEACB5}"/>
              </a:ext>
            </a:extLst>
          </p:cNvPr>
          <p:cNvSpPr txBox="1"/>
          <p:nvPr/>
        </p:nvSpPr>
        <p:spPr>
          <a:xfrm>
            <a:off x="2983345" y="1542235"/>
            <a:ext cx="323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</a:t>
            </a:r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3572F8B9-8791-5791-C0F6-A8AB847F7E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6617" y="793729"/>
            <a:ext cx="2839566" cy="1858969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A1CBDE5D-1A29-C780-5855-D7F45446F0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9455" y="793729"/>
            <a:ext cx="2839566" cy="186634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94412C4-AA5F-1B25-977C-ACFC3C2DE0C5}"/>
              </a:ext>
            </a:extLst>
          </p:cNvPr>
          <p:cNvSpPr txBox="1"/>
          <p:nvPr/>
        </p:nvSpPr>
        <p:spPr>
          <a:xfrm>
            <a:off x="6146183" y="1532761"/>
            <a:ext cx="323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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8A70473-D71A-F4C0-A86E-EC55838F44E8}"/>
              </a:ext>
            </a:extLst>
          </p:cNvPr>
          <p:cNvSpPr txBox="1"/>
          <p:nvPr/>
        </p:nvSpPr>
        <p:spPr>
          <a:xfrm>
            <a:off x="143779" y="2770909"/>
            <a:ext cx="26231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/>
              <a:t>Install rocky </a:t>
            </a:r>
            <a:r>
              <a:rPr lang="en-US" altLang="ko-KR" sz="900" dirty="0" err="1"/>
              <a:t>linux</a:t>
            </a:r>
            <a:r>
              <a:rPr lang="en-US" altLang="ko-KR" sz="900" dirty="0"/>
              <a:t> 10.1</a:t>
            </a:r>
            <a:endParaRPr lang="ko-KR" altLang="en-US" sz="9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A77D21E-F375-BB52-DA52-70AF6984A774}"/>
              </a:ext>
            </a:extLst>
          </p:cNvPr>
          <p:cNvSpPr txBox="1"/>
          <p:nvPr/>
        </p:nvSpPr>
        <p:spPr>
          <a:xfrm>
            <a:off x="3306617" y="2770909"/>
            <a:ext cx="26231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dirty="0"/>
              <a:t>한국어 선택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E45860-B861-75AF-21C7-2B0D0F0847DA}"/>
              </a:ext>
            </a:extLst>
          </p:cNvPr>
          <p:cNvSpPr txBox="1"/>
          <p:nvPr/>
        </p:nvSpPr>
        <p:spPr>
          <a:xfrm>
            <a:off x="6577674" y="2770909"/>
            <a:ext cx="26231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dirty="0"/>
              <a:t>최소 설치 선택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1E34D0E-75F2-C42C-CB27-96F0EB661081}"/>
              </a:ext>
            </a:extLst>
          </p:cNvPr>
          <p:cNvSpPr txBox="1"/>
          <p:nvPr/>
        </p:nvSpPr>
        <p:spPr>
          <a:xfrm>
            <a:off x="9309021" y="1532761"/>
            <a:ext cx="323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</a:t>
            </a:r>
            <a:endParaRPr lang="ko-KR" altLang="en-US" dirty="0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617F53CB-072C-7BF9-9C1E-AF5A53A70D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2293" y="787943"/>
            <a:ext cx="2415928" cy="1858968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2E2C1B63-EE9D-2DD7-4BFE-799C5973B300}"/>
              </a:ext>
            </a:extLst>
          </p:cNvPr>
          <p:cNvSpPr txBox="1"/>
          <p:nvPr/>
        </p:nvSpPr>
        <p:spPr>
          <a:xfrm>
            <a:off x="9528693" y="2770909"/>
            <a:ext cx="26231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/>
              <a:t>Root </a:t>
            </a:r>
            <a:r>
              <a:rPr lang="ko-KR" altLang="en-US" sz="900" dirty="0"/>
              <a:t>계정 활성화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AA254C9B-2A17-ECFF-1996-B1D1B67C55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779" y="3071593"/>
            <a:ext cx="2839566" cy="1866344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65AA73F9-A10C-EFC6-9358-6F3506C2FAF6}"/>
              </a:ext>
            </a:extLst>
          </p:cNvPr>
          <p:cNvSpPr txBox="1"/>
          <p:nvPr/>
        </p:nvSpPr>
        <p:spPr>
          <a:xfrm>
            <a:off x="251998" y="5007170"/>
            <a:ext cx="26231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dirty="0"/>
              <a:t>일반 사용자 </a:t>
            </a:r>
            <a:r>
              <a:rPr lang="en-US" altLang="ko-KR" sz="900" dirty="0" err="1"/>
              <a:t>rockyuser</a:t>
            </a:r>
            <a:r>
              <a:rPr lang="en-US" altLang="ko-KR" sz="900" dirty="0"/>
              <a:t> </a:t>
            </a:r>
            <a:r>
              <a:rPr lang="ko-KR" altLang="en-US" sz="900" dirty="0"/>
              <a:t>생성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A33B264-EF6C-F67A-657A-5F725565E8EC}"/>
              </a:ext>
            </a:extLst>
          </p:cNvPr>
          <p:cNvSpPr txBox="1"/>
          <p:nvPr/>
        </p:nvSpPr>
        <p:spPr>
          <a:xfrm>
            <a:off x="2970107" y="3820099"/>
            <a:ext cx="323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</a:t>
            </a:r>
            <a:endParaRPr lang="ko-KR" altLang="en-US" dirty="0"/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D4B8841E-8EC9-7BD2-0C78-B62BEE9A04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06617" y="3071593"/>
            <a:ext cx="2839566" cy="1874841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45002720-A556-3000-BDD6-C602DF89AD94}"/>
              </a:ext>
            </a:extLst>
          </p:cNvPr>
          <p:cNvSpPr txBox="1"/>
          <p:nvPr/>
        </p:nvSpPr>
        <p:spPr>
          <a:xfrm>
            <a:off x="3306616" y="5007170"/>
            <a:ext cx="26231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dirty="0"/>
              <a:t>파티션 사용자 정의 선택</a:t>
            </a:r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93833A39-0FDB-8D36-34F3-3417F40D531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9456" y="3071593"/>
            <a:ext cx="2839566" cy="1854034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75A697BC-E370-5079-FF21-982FB74B485D}"/>
              </a:ext>
            </a:extLst>
          </p:cNvPr>
          <p:cNvSpPr txBox="1"/>
          <p:nvPr/>
        </p:nvSpPr>
        <p:spPr>
          <a:xfrm>
            <a:off x="6132946" y="3829573"/>
            <a:ext cx="323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</a:t>
            </a:r>
            <a:endParaRPr lang="ko-KR" alt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8371CA4-D592-3819-8579-D153062E5A67}"/>
              </a:ext>
            </a:extLst>
          </p:cNvPr>
          <p:cNvSpPr txBox="1"/>
          <p:nvPr/>
        </p:nvSpPr>
        <p:spPr>
          <a:xfrm>
            <a:off x="9282547" y="3829573"/>
            <a:ext cx="323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</a:t>
            </a:r>
            <a:endParaRPr lang="ko-KR" alt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51F8AE9-96DA-F835-0CD6-F92DED344831}"/>
              </a:ext>
            </a:extLst>
          </p:cNvPr>
          <p:cNvSpPr txBox="1"/>
          <p:nvPr/>
        </p:nvSpPr>
        <p:spPr>
          <a:xfrm>
            <a:off x="6577673" y="5034879"/>
            <a:ext cx="26231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dirty="0"/>
              <a:t>표준 파티션</a:t>
            </a:r>
            <a:r>
              <a:rPr lang="en-US" altLang="ko-KR" sz="900" dirty="0"/>
              <a:t>, + </a:t>
            </a:r>
            <a:r>
              <a:rPr lang="ko-KR" altLang="en-US" sz="900" dirty="0"/>
              <a:t>선택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0B6DA7B-B13B-1411-C86F-8751F93363EE}"/>
              </a:ext>
            </a:extLst>
          </p:cNvPr>
          <p:cNvSpPr txBox="1"/>
          <p:nvPr/>
        </p:nvSpPr>
        <p:spPr>
          <a:xfrm>
            <a:off x="9528693" y="5007170"/>
            <a:ext cx="26231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dirty="0"/>
              <a:t>각 파티션 크기 부여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CCA404F-A302-9A55-594E-3F0FE9AC66F7}"/>
              </a:ext>
            </a:extLst>
          </p:cNvPr>
          <p:cNvSpPr txBox="1"/>
          <p:nvPr/>
        </p:nvSpPr>
        <p:spPr>
          <a:xfrm>
            <a:off x="143779" y="5683607"/>
            <a:ext cx="11203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[swap 8G, / 100G, /home 20G, /var 30G, /boot 1G, /boot/</a:t>
            </a:r>
            <a:r>
              <a:rPr lang="en-US" altLang="ko-KR" dirty="0" err="1"/>
              <a:t>efi</a:t>
            </a:r>
            <a:r>
              <a:rPr lang="en-US" altLang="ko-KR" dirty="0"/>
              <a:t> 512M]</a:t>
            </a:r>
            <a:endParaRPr lang="ko-KR" altLang="en-US" dirty="0"/>
          </a:p>
        </p:txBody>
      </p:sp>
      <p:pic>
        <p:nvPicPr>
          <p:cNvPr id="70" name="그림 69">
            <a:extLst>
              <a:ext uri="{FF2B5EF4-FFF2-40B4-BE49-F238E27FC236}">
                <a16:creationId xmlns:a16="http://schemas.microsoft.com/office/drawing/2014/main" id="{7F7B1180-DA87-2244-67C0-2E5A10486E3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2293" y="3064807"/>
            <a:ext cx="2415928" cy="1858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166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98FA0-51BA-60DD-8541-92F806EF9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26CA4A-19F2-DC57-2097-5B38E343E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9018" y="6387596"/>
            <a:ext cx="2733963" cy="365125"/>
          </a:xfrm>
        </p:spPr>
        <p:txBody>
          <a:bodyPr/>
          <a:lstStyle/>
          <a:p>
            <a:r>
              <a:rPr lang="en-US" altLang="ko-KR" dirty="0"/>
              <a:t>- </a:t>
            </a:r>
            <a:fld id="{990EECEC-F2F9-4D8C-9352-59B5A27A5511}" type="slidenum">
              <a:rPr lang="ko-KR" altLang="en-US" smtClean="0"/>
              <a:pPr/>
              <a:t>5</a:t>
            </a:fld>
            <a:r>
              <a:rPr lang="ko-KR" altLang="en-US" dirty="0"/>
              <a:t> </a:t>
            </a:r>
            <a:r>
              <a:rPr lang="en-US" altLang="ko-KR" dirty="0"/>
              <a:t>-</a:t>
            </a:r>
            <a:r>
              <a:rPr lang="ko-KR" alt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AAC25D-410E-D9A9-363D-C2D8B233D508}"/>
              </a:ext>
            </a:extLst>
          </p:cNvPr>
          <p:cNvSpPr txBox="1"/>
          <p:nvPr/>
        </p:nvSpPr>
        <p:spPr>
          <a:xfrm>
            <a:off x="3408218" y="13652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i="1" dirty="0"/>
              <a:t>서버 엔지니어 산업체 예상 프로젝트 과제 </a:t>
            </a:r>
            <a:r>
              <a:rPr lang="en-US" altLang="ko-KR" i="1" dirty="0"/>
              <a:t>1</a:t>
            </a:r>
            <a:endParaRPr lang="ko-KR" altLang="en-US" i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108E1D6-C72F-1E8D-15BC-940B352914BD}"/>
              </a:ext>
            </a:extLst>
          </p:cNvPr>
          <p:cNvSpPr txBox="1"/>
          <p:nvPr/>
        </p:nvSpPr>
        <p:spPr>
          <a:xfrm>
            <a:off x="593889" y="688157"/>
            <a:ext cx="2672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2-1. </a:t>
            </a:r>
            <a:r>
              <a:rPr lang="ko-KR" altLang="en-US" dirty="0"/>
              <a:t>설치 </a:t>
            </a:r>
            <a:r>
              <a:rPr lang="en-US" altLang="ko-KR" sz="1000" dirty="0"/>
              <a:t>Rocky Linux 9.7 – BIOS </a:t>
            </a:r>
            <a:endParaRPr lang="ko-KR" altLang="en-US" sz="10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9D9F473-5621-BD5D-ABE1-CE74A0F10E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889" y="1387157"/>
            <a:ext cx="4205753" cy="408368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3720B1F-6869-6C81-A8CD-E9AFDA4B782D}"/>
              </a:ext>
            </a:extLst>
          </p:cNvPr>
          <p:cNvSpPr txBox="1"/>
          <p:nvPr/>
        </p:nvSpPr>
        <p:spPr>
          <a:xfrm>
            <a:off x="593889" y="5729164"/>
            <a:ext cx="66778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ko-KR" altLang="en-US" sz="1000" dirty="0"/>
              <a:t>로키 </a:t>
            </a:r>
            <a:r>
              <a:rPr lang="en-US" altLang="ko-KR" sz="1000" dirty="0"/>
              <a:t>9.7 </a:t>
            </a:r>
            <a:r>
              <a:rPr lang="en-US" altLang="ko-KR" sz="1000" dirty="0" err="1"/>
              <a:t>ios</a:t>
            </a:r>
            <a:r>
              <a:rPr lang="ko-KR" altLang="en-US" sz="1000" dirty="0"/>
              <a:t>를 다운로드</a:t>
            </a:r>
            <a:r>
              <a:rPr lang="en-US" altLang="ko-KR" sz="1000" dirty="0"/>
              <a:t> -&gt; </a:t>
            </a:r>
            <a:r>
              <a:rPr lang="en-US" altLang="ko-KR" sz="1000" dirty="0">
                <a:hlinkClick r:id="rId3"/>
              </a:rPr>
              <a:t>https://download.rockylinux.org/pub/rocky/9.7/isos/x86_64/?C=M&amp;O=A</a:t>
            </a:r>
            <a:endParaRPr lang="en-US" altLang="ko-KR" sz="1000" dirty="0"/>
          </a:p>
          <a:p>
            <a:pPr marL="228600" indent="-228600">
              <a:buAutoNum type="arabicPeriod"/>
            </a:pPr>
            <a:r>
              <a:rPr lang="en-US" altLang="ko-KR" sz="1000" dirty="0"/>
              <a:t>Install rocky </a:t>
            </a:r>
            <a:r>
              <a:rPr lang="en-US" altLang="ko-KR" sz="1000" dirty="0" err="1"/>
              <a:t>linux</a:t>
            </a:r>
            <a:r>
              <a:rPr lang="en-US" altLang="ko-KR" sz="1000" dirty="0"/>
              <a:t> 9.7 </a:t>
            </a:r>
            <a:r>
              <a:rPr lang="ko-KR" altLang="en-US" sz="1000" dirty="0"/>
              <a:t>체크 한 것 설치</a:t>
            </a:r>
            <a:endParaRPr lang="en-US" altLang="ko-KR" sz="100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ACE58452-3640-228F-715C-16D9BFD84D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8756" y="1344624"/>
            <a:ext cx="4991797" cy="4126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152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F3109-629A-79F7-8C76-A4207CA5E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039C62-6A50-670A-F71D-CD5345D20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9018" y="6387596"/>
            <a:ext cx="2733963" cy="365125"/>
          </a:xfrm>
        </p:spPr>
        <p:txBody>
          <a:bodyPr/>
          <a:lstStyle/>
          <a:p>
            <a:r>
              <a:rPr lang="en-US" altLang="ko-KR" dirty="0"/>
              <a:t>- </a:t>
            </a:r>
            <a:fld id="{990EECEC-F2F9-4D8C-9352-59B5A27A5511}" type="slidenum">
              <a:rPr lang="ko-KR" altLang="en-US" smtClean="0"/>
              <a:pPr/>
              <a:t>6</a:t>
            </a:fld>
            <a:r>
              <a:rPr lang="ko-KR" altLang="en-US" dirty="0"/>
              <a:t> </a:t>
            </a:r>
            <a:r>
              <a:rPr lang="en-US" altLang="ko-KR" dirty="0"/>
              <a:t>-</a:t>
            </a:r>
            <a:r>
              <a:rPr lang="ko-KR" alt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400C20-D5FF-658D-3474-0F0B943983E2}"/>
              </a:ext>
            </a:extLst>
          </p:cNvPr>
          <p:cNvSpPr txBox="1"/>
          <p:nvPr/>
        </p:nvSpPr>
        <p:spPr>
          <a:xfrm>
            <a:off x="3408218" y="13652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i="1" dirty="0"/>
              <a:t>서버 엔지니어 산업체 예상 프로젝트 과제 </a:t>
            </a:r>
            <a:r>
              <a:rPr lang="en-US" altLang="ko-KR" i="1" dirty="0"/>
              <a:t>1</a:t>
            </a:r>
            <a:endParaRPr lang="ko-KR" altLang="en-US" i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EC9ADC-6AA4-9687-D270-403CB942FF43}"/>
              </a:ext>
            </a:extLst>
          </p:cNvPr>
          <p:cNvSpPr txBox="1"/>
          <p:nvPr/>
        </p:nvSpPr>
        <p:spPr>
          <a:xfrm>
            <a:off x="2983345" y="1542235"/>
            <a:ext cx="323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</a:t>
            </a:r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1ED294A2-98FB-AB4C-C06C-0045AC13C4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6617" y="793729"/>
            <a:ext cx="2839566" cy="1858969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3E7E0089-5BD6-2586-8D2E-2EDB3DFAE6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9455" y="793729"/>
            <a:ext cx="2839566" cy="186634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A5B71F1-664A-E62D-D977-6C7BAA3BD053}"/>
              </a:ext>
            </a:extLst>
          </p:cNvPr>
          <p:cNvSpPr txBox="1"/>
          <p:nvPr/>
        </p:nvSpPr>
        <p:spPr>
          <a:xfrm>
            <a:off x="6146183" y="1532761"/>
            <a:ext cx="323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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07A3814-8E49-C159-5BC5-D0FDF623E471}"/>
              </a:ext>
            </a:extLst>
          </p:cNvPr>
          <p:cNvSpPr txBox="1"/>
          <p:nvPr/>
        </p:nvSpPr>
        <p:spPr>
          <a:xfrm>
            <a:off x="251997" y="2770165"/>
            <a:ext cx="26231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/>
              <a:t>Install rocky </a:t>
            </a:r>
            <a:r>
              <a:rPr lang="en-US" altLang="ko-KR" sz="900" dirty="0" err="1"/>
              <a:t>linux</a:t>
            </a:r>
            <a:r>
              <a:rPr lang="en-US" altLang="ko-KR" sz="900" dirty="0"/>
              <a:t> 9.7</a:t>
            </a:r>
            <a:endParaRPr lang="ko-KR" altLang="en-US" sz="9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0F1B3E2-3718-28AA-8574-5FF12CD70B09}"/>
              </a:ext>
            </a:extLst>
          </p:cNvPr>
          <p:cNvSpPr txBox="1"/>
          <p:nvPr/>
        </p:nvSpPr>
        <p:spPr>
          <a:xfrm>
            <a:off x="3306617" y="2770909"/>
            <a:ext cx="26231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dirty="0"/>
              <a:t>한국어 선택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69967D2-F520-891F-B8A1-19E3760E46BA}"/>
              </a:ext>
            </a:extLst>
          </p:cNvPr>
          <p:cNvSpPr txBox="1"/>
          <p:nvPr/>
        </p:nvSpPr>
        <p:spPr>
          <a:xfrm>
            <a:off x="6577674" y="2770909"/>
            <a:ext cx="26231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dirty="0"/>
              <a:t>최소 설치 선택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2439A95-2776-8E1A-C937-8C0F5883AB1B}"/>
              </a:ext>
            </a:extLst>
          </p:cNvPr>
          <p:cNvSpPr txBox="1"/>
          <p:nvPr/>
        </p:nvSpPr>
        <p:spPr>
          <a:xfrm>
            <a:off x="9309021" y="1532761"/>
            <a:ext cx="323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</a:t>
            </a:r>
            <a:endParaRPr lang="ko-KR" altLang="en-US" dirty="0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9F4B6889-D2AB-2FB5-125A-02F0602436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2293" y="787943"/>
            <a:ext cx="2415928" cy="1858968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1912F6C7-9709-339A-2F56-63142D1FE43A}"/>
              </a:ext>
            </a:extLst>
          </p:cNvPr>
          <p:cNvSpPr txBox="1"/>
          <p:nvPr/>
        </p:nvSpPr>
        <p:spPr>
          <a:xfrm>
            <a:off x="9528693" y="2770909"/>
            <a:ext cx="26231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/>
              <a:t>Root </a:t>
            </a:r>
            <a:r>
              <a:rPr lang="ko-KR" altLang="en-US" sz="900" dirty="0"/>
              <a:t>계정 활성화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6B2E5445-963C-625C-E27A-0DEE4F6618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779" y="3071593"/>
            <a:ext cx="2839566" cy="1866344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7FB1AFB2-459D-143F-B1DF-B0029476C6F5}"/>
              </a:ext>
            </a:extLst>
          </p:cNvPr>
          <p:cNvSpPr txBox="1"/>
          <p:nvPr/>
        </p:nvSpPr>
        <p:spPr>
          <a:xfrm>
            <a:off x="251998" y="5007170"/>
            <a:ext cx="26231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dirty="0"/>
              <a:t>일반 사용자 </a:t>
            </a:r>
            <a:r>
              <a:rPr lang="en-US" altLang="ko-KR" sz="900" dirty="0" err="1"/>
              <a:t>rockyuser</a:t>
            </a:r>
            <a:r>
              <a:rPr lang="en-US" altLang="ko-KR" sz="900" dirty="0"/>
              <a:t> </a:t>
            </a:r>
            <a:r>
              <a:rPr lang="ko-KR" altLang="en-US" sz="900" dirty="0"/>
              <a:t>생성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B782F3C-02AC-717A-F391-551A77A732B9}"/>
              </a:ext>
            </a:extLst>
          </p:cNvPr>
          <p:cNvSpPr txBox="1"/>
          <p:nvPr/>
        </p:nvSpPr>
        <p:spPr>
          <a:xfrm>
            <a:off x="2970107" y="3820099"/>
            <a:ext cx="323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</a:t>
            </a:r>
            <a:endParaRPr lang="ko-KR" altLang="en-US" dirty="0"/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68304150-76F5-9C18-BE13-F8F0D3C3BB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06617" y="3071593"/>
            <a:ext cx="2839566" cy="1874841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0065E9EC-F30A-A94A-0F51-B0583132D519}"/>
              </a:ext>
            </a:extLst>
          </p:cNvPr>
          <p:cNvSpPr txBox="1"/>
          <p:nvPr/>
        </p:nvSpPr>
        <p:spPr>
          <a:xfrm>
            <a:off x="3306616" y="5007170"/>
            <a:ext cx="26231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dirty="0"/>
              <a:t>파티션 사용자 정의 선택</a:t>
            </a:r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EF435585-3FA0-A64E-8529-7679F475FBC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9456" y="3071593"/>
            <a:ext cx="2839566" cy="1854034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7D822367-CB49-9E97-148E-306A060134CF}"/>
              </a:ext>
            </a:extLst>
          </p:cNvPr>
          <p:cNvSpPr txBox="1"/>
          <p:nvPr/>
        </p:nvSpPr>
        <p:spPr>
          <a:xfrm>
            <a:off x="6132946" y="3829573"/>
            <a:ext cx="323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</a:t>
            </a:r>
            <a:endParaRPr lang="ko-KR" alt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EC44F8C-73DC-89F2-8CB6-4971AA6348FA}"/>
              </a:ext>
            </a:extLst>
          </p:cNvPr>
          <p:cNvSpPr txBox="1"/>
          <p:nvPr/>
        </p:nvSpPr>
        <p:spPr>
          <a:xfrm>
            <a:off x="9282547" y="3829573"/>
            <a:ext cx="323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</a:t>
            </a:r>
            <a:endParaRPr lang="ko-KR" alt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65B804F-7FF6-C298-9317-4429F08C5E23}"/>
              </a:ext>
            </a:extLst>
          </p:cNvPr>
          <p:cNvSpPr txBox="1"/>
          <p:nvPr/>
        </p:nvSpPr>
        <p:spPr>
          <a:xfrm>
            <a:off x="6577673" y="5034879"/>
            <a:ext cx="26231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dirty="0"/>
              <a:t>표준 파티션</a:t>
            </a:r>
            <a:r>
              <a:rPr lang="en-US" altLang="ko-KR" sz="900" dirty="0"/>
              <a:t>, + </a:t>
            </a:r>
            <a:r>
              <a:rPr lang="ko-KR" altLang="en-US" sz="900" dirty="0"/>
              <a:t>선택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389ED1D-6F01-A066-61E3-7FF36917D60D}"/>
              </a:ext>
            </a:extLst>
          </p:cNvPr>
          <p:cNvSpPr txBox="1"/>
          <p:nvPr/>
        </p:nvSpPr>
        <p:spPr>
          <a:xfrm>
            <a:off x="9528693" y="5007170"/>
            <a:ext cx="26231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dirty="0"/>
              <a:t>각 파티션 크기 부여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213D5B2-9137-D3CB-BEB5-CCB22C470599}"/>
              </a:ext>
            </a:extLst>
          </p:cNvPr>
          <p:cNvSpPr txBox="1"/>
          <p:nvPr/>
        </p:nvSpPr>
        <p:spPr>
          <a:xfrm>
            <a:off x="143779" y="5683607"/>
            <a:ext cx="11203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en-US" altLang="ko-KR" dirty="0"/>
              <a:t>[swap 8G, / 100G, /home 20G, /var 30G, /boot 1G]</a:t>
            </a:r>
            <a:endParaRPr lang="ko-KR" altLang="en-US" dirty="0"/>
          </a:p>
        </p:txBody>
      </p:sp>
      <p:pic>
        <p:nvPicPr>
          <p:cNvPr id="70" name="그림 69">
            <a:extLst>
              <a:ext uri="{FF2B5EF4-FFF2-40B4-BE49-F238E27FC236}">
                <a16:creationId xmlns:a16="http://schemas.microsoft.com/office/drawing/2014/main" id="{C6A34C1E-0778-12C8-0E8E-110FD9D9C91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32293" y="3064807"/>
            <a:ext cx="2415928" cy="1858968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2C42804D-BC7D-8C74-BE32-CD1CD17C99B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2788" y="791478"/>
            <a:ext cx="2820557" cy="1852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1364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942D7-1AC7-EF73-8FF8-B5B5D2DEF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82D31F-D1E2-B68D-E055-FF8927B23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9018" y="6387596"/>
            <a:ext cx="2733963" cy="365125"/>
          </a:xfrm>
        </p:spPr>
        <p:txBody>
          <a:bodyPr/>
          <a:lstStyle/>
          <a:p>
            <a:r>
              <a:rPr lang="en-US" altLang="ko-KR" dirty="0"/>
              <a:t>- </a:t>
            </a:r>
            <a:fld id="{990EECEC-F2F9-4D8C-9352-59B5A27A5511}" type="slidenum">
              <a:rPr lang="ko-KR" altLang="en-US" smtClean="0"/>
              <a:pPr/>
              <a:t>7</a:t>
            </a:fld>
            <a:r>
              <a:rPr lang="ko-KR" altLang="en-US" dirty="0"/>
              <a:t> </a:t>
            </a:r>
            <a:r>
              <a:rPr lang="en-US" altLang="ko-KR" dirty="0"/>
              <a:t>-</a:t>
            </a:r>
            <a:r>
              <a:rPr lang="ko-KR" alt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ACC151-B2C8-EFDD-B6B2-045BE713AE79}"/>
              </a:ext>
            </a:extLst>
          </p:cNvPr>
          <p:cNvSpPr txBox="1"/>
          <p:nvPr/>
        </p:nvSpPr>
        <p:spPr>
          <a:xfrm>
            <a:off x="3408218" y="13652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i="1" dirty="0"/>
              <a:t>서버 엔지니어 산업체 예상 프로젝트 과제 </a:t>
            </a:r>
            <a:r>
              <a:rPr lang="en-US" altLang="ko-KR" i="1" dirty="0"/>
              <a:t>1</a:t>
            </a:r>
            <a:endParaRPr lang="ko-KR" altLang="en-US" i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2A4EDF-D6DA-9A02-ED8B-853B42C23AE2}"/>
              </a:ext>
            </a:extLst>
          </p:cNvPr>
          <p:cNvSpPr txBox="1"/>
          <p:nvPr/>
        </p:nvSpPr>
        <p:spPr>
          <a:xfrm>
            <a:off x="674255" y="648830"/>
            <a:ext cx="5615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3. </a:t>
            </a:r>
            <a:r>
              <a:rPr lang="ko-KR" altLang="en-US" dirty="0"/>
              <a:t>네트워크 설정</a:t>
            </a:r>
          </a:p>
        </p:txBody>
      </p:sp>
      <p:pic>
        <p:nvPicPr>
          <p:cNvPr id="71" name="그림 70">
            <a:extLst>
              <a:ext uri="{FF2B5EF4-FFF2-40B4-BE49-F238E27FC236}">
                <a16:creationId xmlns:a16="http://schemas.microsoft.com/office/drawing/2014/main" id="{5AD5B3EC-5EB1-E531-1F35-09D66A556C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728" y="1161135"/>
            <a:ext cx="2813374" cy="185896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B14C956-A985-A3AB-C332-FD17B98D8E9B}"/>
              </a:ext>
            </a:extLst>
          </p:cNvPr>
          <p:cNvSpPr txBox="1"/>
          <p:nvPr/>
        </p:nvSpPr>
        <p:spPr>
          <a:xfrm>
            <a:off x="2992582" y="1905953"/>
            <a:ext cx="323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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8CE9DBE-77EB-1FB1-06EC-902E7D0466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5854" y="1161135"/>
            <a:ext cx="2807854" cy="185896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2895B84-C404-18F0-36B2-0460DE75E1FB}"/>
              </a:ext>
            </a:extLst>
          </p:cNvPr>
          <p:cNvSpPr txBox="1"/>
          <p:nvPr/>
        </p:nvSpPr>
        <p:spPr>
          <a:xfrm>
            <a:off x="0" y="3135074"/>
            <a:ext cx="2623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/>
              <a:t>Edit→ Virtual Network Editor →change Settings </a:t>
            </a:r>
            <a:endParaRPr lang="ko-KR" altLang="en-US" sz="9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BAC2F8-B1DC-F813-AB8A-D5010FDFAE9C}"/>
              </a:ext>
            </a:extLst>
          </p:cNvPr>
          <p:cNvSpPr txBox="1"/>
          <p:nvPr/>
        </p:nvSpPr>
        <p:spPr>
          <a:xfrm>
            <a:off x="3315854" y="3163076"/>
            <a:ext cx="26231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>
                <a:effectLst/>
              </a:rPr>
              <a:t>VMnet8</a:t>
            </a:r>
            <a:r>
              <a:rPr lang="ko-KR" altLang="en-US" sz="900" dirty="0">
                <a:effectLst/>
              </a:rPr>
              <a:t>의 서브넷을 </a:t>
            </a:r>
            <a:r>
              <a:rPr lang="en-US" altLang="ko-KR" sz="900" dirty="0">
                <a:effectLst/>
              </a:rPr>
              <a:t>192.168.111.0/24</a:t>
            </a:r>
            <a:r>
              <a:rPr lang="ko-KR" altLang="en-US" sz="900" dirty="0">
                <a:effectLst/>
              </a:rPr>
              <a:t>로 변경</a:t>
            </a:r>
            <a:endParaRPr lang="ko-KR" altLang="en-US" sz="9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FF0916-86E2-86CB-EF5E-2A17422AF208}"/>
              </a:ext>
            </a:extLst>
          </p:cNvPr>
          <p:cNvSpPr txBox="1"/>
          <p:nvPr/>
        </p:nvSpPr>
        <p:spPr>
          <a:xfrm>
            <a:off x="6118188" y="1905953"/>
            <a:ext cx="323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</a:t>
            </a:r>
            <a:endParaRPr lang="ko-KR" altLang="en-US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D8089EA0-E1B6-3EB8-6DE3-F85FF6C354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1637" y="1177046"/>
            <a:ext cx="2807854" cy="184305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2182C95-7EFC-BC8A-5E97-04F9C1E94643}"/>
              </a:ext>
            </a:extLst>
          </p:cNvPr>
          <p:cNvSpPr txBox="1"/>
          <p:nvPr/>
        </p:nvSpPr>
        <p:spPr>
          <a:xfrm>
            <a:off x="6511637" y="3139486"/>
            <a:ext cx="26231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/>
              <a:t>IP </a:t>
            </a:r>
            <a:r>
              <a:rPr lang="ko-KR" altLang="en-US" sz="900" dirty="0"/>
              <a:t>설정 후 핑 </a:t>
            </a:r>
            <a:r>
              <a:rPr lang="en-US" altLang="ko-KR" sz="900" dirty="0"/>
              <a:t>8.8.8.8 </a:t>
            </a:r>
            <a:r>
              <a:rPr lang="ko-KR" altLang="en-US" sz="900" dirty="0"/>
              <a:t>통신 확인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2FF315A-4E1F-5ABB-7BF9-15C93C018B39}"/>
              </a:ext>
            </a:extLst>
          </p:cNvPr>
          <p:cNvSpPr txBox="1"/>
          <p:nvPr/>
        </p:nvSpPr>
        <p:spPr>
          <a:xfrm>
            <a:off x="794327" y="3999345"/>
            <a:ext cx="979054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/>
              <a:t>IP</a:t>
            </a:r>
            <a:r>
              <a:rPr lang="ko-KR" altLang="en-US" dirty="0"/>
              <a:t> 변경 </a:t>
            </a:r>
            <a:r>
              <a:rPr lang="en-US" altLang="ko-KR" dirty="0"/>
              <a:t>: </a:t>
            </a:r>
            <a:r>
              <a:rPr lang="en-US" altLang="ko-KR" dirty="0" err="1"/>
              <a:t>nmcli</a:t>
            </a:r>
            <a:r>
              <a:rPr lang="en-US" altLang="ko-KR" dirty="0"/>
              <a:t> connection modify ens32 ipv4.addresses 192.168.111.222/24 ipv4.gateway 192.168.111.2 ipv4.dns 192.168.111.2 ipv4.method manual</a:t>
            </a:r>
          </a:p>
          <a:p>
            <a:pPr marL="342900" indent="-342900">
              <a:buFontTx/>
              <a:buAutoNum type="arabicPeriod"/>
            </a:pPr>
            <a:r>
              <a:rPr lang="en-US" altLang="ko-KR" dirty="0"/>
              <a:t>IP</a:t>
            </a:r>
            <a:r>
              <a:rPr lang="ko-KR" altLang="en-US" dirty="0"/>
              <a:t> 변경 </a:t>
            </a:r>
            <a:r>
              <a:rPr lang="en-US" altLang="ko-KR" dirty="0"/>
              <a:t>: </a:t>
            </a:r>
            <a:r>
              <a:rPr lang="en-US" altLang="ko-KR" dirty="0" err="1"/>
              <a:t>nmcli</a:t>
            </a:r>
            <a:r>
              <a:rPr lang="en-US" altLang="ko-KR" dirty="0"/>
              <a:t> connection modify ens32 ipv4.addresses 192.168.111.111/24 ipv4.gateway 192.168.111.2 ipv4.dns 192.168.111.2 ipv4.method manual</a:t>
            </a:r>
          </a:p>
          <a:p>
            <a:r>
              <a:rPr lang="it-IT" altLang="ko-KR" dirty="0"/>
              <a:t>3. </a:t>
            </a:r>
            <a:r>
              <a:rPr lang="ko-KR" altLang="en-US" dirty="0"/>
              <a:t>인터넷 끄기 </a:t>
            </a:r>
            <a:r>
              <a:rPr lang="en-US" altLang="ko-KR" dirty="0"/>
              <a:t>: </a:t>
            </a:r>
            <a:r>
              <a:rPr lang="it-IT" altLang="ko-KR" dirty="0"/>
              <a:t>nmcli con down ens32</a:t>
            </a:r>
          </a:p>
          <a:p>
            <a:r>
              <a:rPr lang="it-IT" altLang="ko-KR" dirty="0"/>
              <a:t>4. </a:t>
            </a:r>
            <a:r>
              <a:rPr lang="ko-KR" altLang="en-US" dirty="0"/>
              <a:t>인터넷 켜기 </a:t>
            </a:r>
            <a:r>
              <a:rPr lang="en-US" altLang="ko-KR" dirty="0"/>
              <a:t>: </a:t>
            </a:r>
            <a:r>
              <a:rPr lang="it-IT" altLang="ko-KR" dirty="0"/>
              <a:t>nmcli con up ens32</a:t>
            </a:r>
          </a:p>
          <a:p>
            <a:r>
              <a:rPr lang="it-IT" altLang="ko-KR" dirty="0"/>
              <a:t>5. Ping Test : ping 8.8.8.8</a:t>
            </a: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3D8EEC71-215E-3B62-586C-80525F2D7D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78108" y="1177045"/>
            <a:ext cx="2429163" cy="184305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6265716A-88F3-9A6E-5A4D-93644A0BCD84}"/>
              </a:ext>
            </a:extLst>
          </p:cNvPr>
          <p:cNvSpPr txBox="1"/>
          <p:nvPr/>
        </p:nvSpPr>
        <p:spPr>
          <a:xfrm>
            <a:off x="9319491" y="3135074"/>
            <a:ext cx="26231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/>
              <a:t>IP </a:t>
            </a:r>
            <a:r>
              <a:rPr lang="ko-KR" altLang="en-US" sz="900" dirty="0"/>
              <a:t>설정 후 핑 </a:t>
            </a:r>
            <a:r>
              <a:rPr lang="en-US" altLang="ko-KR" sz="900" dirty="0"/>
              <a:t>8.8.8.8 </a:t>
            </a:r>
            <a:r>
              <a:rPr lang="ko-KR" altLang="en-US" sz="900" dirty="0"/>
              <a:t>통신 확인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24055DC-5A2B-76E6-12F0-95CD102685D6}"/>
              </a:ext>
            </a:extLst>
          </p:cNvPr>
          <p:cNvSpPr txBox="1"/>
          <p:nvPr/>
        </p:nvSpPr>
        <p:spPr>
          <a:xfrm>
            <a:off x="6463144" y="930824"/>
            <a:ext cx="28725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4"/>
                </a:solidFill>
              </a:rPr>
              <a:t>Rocky Linux 10.1</a:t>
            </a:r>
            <a:endParaRPr lang="ko-KR" altLang="en-US" sz="1000" dirty="0">
              <a:solidFill>
                <a:schemeClr val="accent4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06486A7-BF7A-1AE2-6BE0-D6B3B66979C8}"/>
              </a:ext>
            </a:extLst>
          </p:cNvPr>
          <p:cNvSpPr txBox="1"/>
          <p:nvPr/>
        </p:nvSpPr>
        <p:spPr>
          <a:xfrm>
            <a:off x="9578108" y="930823"/>
            <a:ext cx="28725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4"/>
                </a:solidFill>
              </a:rPr>
              <a:t>Rocky Linux 9.7</a:t>
            </a:r>
            <a:endParaRPr lang="ko-KR" altLang="en-US" sz="10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13124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76B729-C96C-3653-9C77-01CFB06D9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n-US" dirty="0"/>
              <a:t>원격 접속</a:t>
            </a:r>
          </a:p>
        </p:txBody>
      </p:sp>
      <p:graphicFrame>
        <p:nvGraphicFramePr>
          <p:cNvPr id="5" name="내용 개체 틀 4">
            <a:extLst>
              <a:ext uri="{FF2B5EF4-FFF2-40B4-BE49-F238E27FC236}">
                <a16:creationId xmlns:a16="http://schemas.microsoft.com/office/drawing/2014/main" id="{89C4A022-87B8-5ED2-7C1F-41496F8A7A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440069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282F4C-1D27-776F-C6F3-FFDC58816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- </a:t>
            </a:r>
            <a:fld id="{990EECEC-F2F9-4D8C-9352-59B5A27A5511}" type="slidenum">
              <a:rPr lang="ko-KR" altLang="en-US" smtClean="0"/>
              <a:t>8</a:t>
            </a:fld>
            <a:r>
              <a:rPr lang="ko-KR" altLang="en-US" dirty="0"/>
              <a:t> </a:t>
            </a:r>
            <a:r>
              <a:rPr lang="en-US" altLang="ko-KR" dirty="0"/>
              <a:t>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888631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D1F5B-8477-8687-27A2-DB0B8AEB5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F7F557-F856-2126-955D-DAFB80115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9018" y="6387596"/>
            <a:ext cx="2733963" cy="365125"/>
          </a:xfrm>
        </p:spPr>
        <p:txBody>
          <a:bodyPr/>
          <a:lstStyle/>
          <a:p>
            <a:r>
              <a:rPr lang="en-US" altLang="ko-KR" dirty="0"/>
              <a:t>- </a:t>
            </a:r>
            <a:fld id="{990EECEC-F2F9-4D8C-9352-59B5A27A5511}" type="slidenum">
              <a:rPr lang="ko-KR" altLang="en-US" smtClean="0"/>
              <a:pPr/>
              <a:t>9</a:t>
            </a:fld>
            <a:r>
              <a:rPr lang="ko-KR" altLang="en-US" dirty="0"/>
              <a:t> </a:t>
            </a:r>
            <a:r>
              <a:rPr lang="en-US" altLang="ko-KR" dirty="0"/>
              <a:t>-</a:t>
            </a:r>
            <a:r>
              <a:rPr lang="ko-KR" alt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41DCDE-847D-EC1E-36D6-C98D2C6E03AF}"/>
              </a:ext>
            </a:extLst>
          </p:cNvPr>
          <p:cNvSpPr txBox="1"/>
          <p:nvPr/>
        </p:nvSpPr>
        <p:spPr>
          <a:xfrm>
            <a:off x="3408218" y="13652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i="1" dirty="0"/>
              <a:t>서버 엔지니어 산업체 예상 프로젝트 과제 </a:t>
            </a:r>
            <a:r>
              <a:rPr lang="en-US" altLang="ko-KR" i="1" dirty="0"/>
              <a:t>2</a:t>
            </a:r>
            <a:endParaRPr lang="ko-KR" altLang="en-US" i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17FB99-FF4F-48A3-FAA4-0C52B3F78564}"/>
              </a:ext>
            </a:extLst>
          </p:cNvPr>
          <p:cNvSpPr txBox="1"/>
          <p:nvPr/>
        </p:nvSpPr>
        <p:spPr>
          <a:xfrm>
            <a:off x="674255" y="648830"/>
            <a:ext cx="5615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/>
              <a:t>Telnet</a:t>
            </a:r>
            <a:r>
              <a:rPr lang="ko-KR" altLang="en-US" dirty="0"/>
              <a:t>접속</a:t>
            </a:r>
            <a:endParaRPr lang="en-US" altLang="ko-KR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F3D6B94-C364-2F07-E01C-1FFDBEB7E2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536" y="1018162"/>
            <a:ext cx="10589464" cy="36000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28F5FF2-48CD-3816-4F73-3284D82DBE19}"/>
              </a:ext>
            </a:extLst>
          </p:cNvPr>
          <p:cNvSpPr txBox="1"/>
          <p:nvPr/>
        </p:nvSpPr>
        <p:spPr>
          <a:xfrm>
            <a:off x="512617" y="4724087"/>
            <a:ext cx="8432801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Telnet </a:t>
            </a:r>
            <a:r>
              <a:rPr lang="ko-KR" altLang="en-US" sz="1000" b="1" dirty="0"/>
              <a:t>설치 확인 후 </a:t>
            </a:r>
            <a:r>
              <a:rPr lang="en-US" altLang="ko-KR" sz="1000" b="1" dirty="0"/>
              <a:t>Telnet </a:t>
            </a:r>
            <a:r>
              <a:rPr lang="ko-KR" altLang="en-US" sz="1000" b="1" dirty="0"/>
              <a:t>설치</a:t>
            </a:r>
            <a:endParaRPr lang="en-US" altLang="ko-KR" sz="1000" b="1" dirty="0"/>
          </a:p>
          <a:p>
            <a:r>
              <a:rPr lang="en-US" altLang="ko-KR" sz="1000" dirty="0"/>
              <a:t>1. rpm –</a:t>
            </a:r>
            <a:r>
              <a:rPr lang="en-US" altLang="ko-KR" sz="1000" dirty="0" err="1"/>
              <a:t>qa</a:t>
            </a:r>
            <a:r>
              <a:rPr lang="en-US" altLang="ko-KR" sz="1000" dirty="0"/>
              <a:t> | grep telnet</a:t>
            </a:r>
          </a:p>
          <a:p>
            <a:r>
              <a:rPr lang="en-US" altLang="ko-KR" sz="1000" dirty="0"/>
              <a:t>2. </a:t>
            </a:r>
            <a:r>
              <a:rPr lang="en-US" altLang="ko-KR" sz="1000" dirty="0" err="1"/>
              <a:t>dnf</a:t>
            </a:r>
            <a:r>
              <a:rPr lang="en-US" altLang="ko-KR" sz="1000" dirty="0"/>
              <a:t> –y install </a:t>
            </a:r>
            <a:r>
              <a:rPr lang="en-US" altLang="ko-KR" sz="1000" dirty="0" err="1"/>
              <a:t>telent</a:t>
            </a:r>
            <a:r>
              <a:rPr lang="en-US" altLang="ko-KR" sz="1000" dirty="0"/>
              <a:t>-server</a:t>
            </a:r>
          </a:p>
          <a:p>
            <a:endParaRPr lang="en-US" altLang="ko-KR" sz="1000" dirty="0"/>
          </a:p>
          <a:p>
            <a:r>
              <a:rPr lang="en-US" altLang="ko-KR" sz="1000" b="1" dirty="0"/>
              <a:t>telnet </a:t>
            </a:r>
            <a:r>
              <a:rPr lang="ko-KR" altLang="en-US" sz="1000" b="1" dirty="0"/>
              <a:t>서비스 가동</a:t>
            </a:r>
          </a:p>
          <a:p>
            <a:r>
              <a:rPr lang="en-US" altLang="ko-KR" sz="1000" dirty="0"/>
              <a:t>1. </a:t>
            </a:r>
            <a:r>
              <a:rPr lang="en-US" altLang="ko-KR" sz="1000" dirty="0" err="1"/>
              <a:t>systemctl</a:t>
            </a:r>
            <a:r>
              <a:rPr lang="en-US" altLang="ko-KR" sz="1000" dirty="0"/>
              <a:t> --now enable </a:t>
            </a:r>
            <a:r>
              <a:rPr lang="en-US" altLang="ko-KR" sz="1000" dirty="0" err="1"/>
              <a:t>telnet.socket</a:t>
            </a:r>
            <a:endParaRPr lang="en-US" altLang="ko-KR" sz="1000" dirty="0"/>
          </a:p>
          <a:p>
            <a:r>
              <a:rPr lang="en-US" altLang="ko-KR" sz="1000" dirty="0"/>
              <a:t>2. </a:t>
            </a:r>
            <a:r>
              <a:rPr lang="en-US" altLang="ko-KR" sz="1000" dirty="0" err="1"/>
              <a:t>systemctl</a:t>
            </a:r>
            <a:r>
              <a:rPr lang="en-US" altLang="ko-KR" sz="1000" dirty="0"/>
              <a:t> status </a:t>
            </a:r>
            <a:r>
              <a:rPr lang="en-US" altLang="ko-KR" sz="1000" dirty="0" err="1"/>
              <a:t>telnet.socket</a:t>
            </a:r>
            <a:endParaRPr lang="en-US" altLang="ko-KR" sz="1000" dirty="0"/>
          </a:p>
          <a:p>
            <a:endParaRPr lang="en-US" altLang="ko-KR" sz="1000" dirty="0"/>
          </a:p>
          <a:p>
            <a:r>
              <a:rPr lang="ko-KR" altLang="en-US" sz="1000" b="1" dirty="0"/>
              <a:t>방화벽 해제</a:t>
            </a:r>
          </a:p>
          <a:p>
            <a:r>
              <a:rPr lang="en-US" altLang="ko-KR" sz="1000" dirty="0"/>
              <a:t>1. firewall-</a:t>
            </a:r>
            <a:r>
              <a:rPr lang="en-US" altLang="ko-KR" sz="1000" dirty="0" err="1"/>
              <a:t>cmd</a:t>
            </a:r>
            <a:r>
              <a:rPr lang="en-US" altLang="ko-KR" sz="1000" dirty="0"/>
              <a:t> --add-service=telnet</a:t>
            </a:r>
          </a:p>
          <a:p>
            <a:r>
              <a:rPr lang="en-US" altLang="ko-KR" sz="1000" dirty="0"/>
              <a:t>2. firewall-</a:t>
            </a:r>
            <a:r>
              <a:rPr lang="en-US" altLang="ko-KR" sz="1000" dirty="0" err="1"/>
              <a:t>cmd</a:t>
            </a:r>
            <a:r>
              <a:rPr lang="en-US" altLang="ko-KR" sz="1000" dirty="0"/>
              <a:t> --list-all</a:t>
            </a:r>
          </a:p>
          <a:p>
            <a:endParaRPr lang="en-US" altLang="ko-KR" sz="1000" dirty="0"/>
          </a:p>
          <a:p>
            <a:pPr marL="342900" indent="-342900">
              <a:buAutoNum type="arabicPeriod"/>
            </a:pPr>
            <a:endParaRPr lang="en-US" altLang="ko-KR" sz="1000" dirty="0"/>
          </a:p>
        </p:txBody>
      </p:sp>
    </p:spTree>
    <p:extLst>
      <p:ext uri="{BB962C8B-B14F-4D97-AF65-F5344CB8AC3E}">
        <p14:creationId xmlns:p14="http://schemas.microsoft.com/office/powerpoint/2010/main" val="32311327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E648A-DBAF-4C6C-C180-5AC677F4E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98B42A8-E4C3-C1DA-A4D4-09DDB712B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9018" y="6387596"/>
            <a:ext cx="2733963" cy="365125"/>
          </a:xfrm>
        </p:spPr>
        <p:txBody>
          <a:bodyPr/>
          <a:lstStyle/>
          <a:p>
            <a:r>
              <a:rPr lang="en-US" altLang="ko-KR" dirty="0"/>
              <a:t>- </a:t>
            </a:r>
            <a:fld id="{990EECEC-F2F9-4D8C-9352-59B5A27A5511}" type="slidenum">
              <a:rPr lang="ko-KR" altLang="en-US" smtClean="0"/>
              <a:pPr/>
              <a:t>10</a:t>
            </a:fld>
            <a:r>
              <a:rPr lang="ko-KR" altLang="en-US" dirty="0"/>
              <a:t> </a:t>
            </a:r>
            <a:r>
              <a:rPr lang="en-US" altLang="ko-KR" dirty="0"/>
              <a:t>-</a:t>
            </a:r>
            <a:r>
              <a:rPr lang="ko-KR" alt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75CF43-6D3B-6828-4275-8B41983D614D}"/>
              </a:ext>
            </a:extLst>
          </p:cNvPr>
          <p:cNvSpPr txBox="1"/>
          <p:nvPr/>
        </p:nvSpPr>
        <p:spPr>
          <a:xfrm>
            <a:off x="3408218" y="13652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i="1" dirty="0"/>
              <a:t>서버 엔지니어 산업체 예상 프로젝트 과제 </a:t>
            </a:r>
            <a:r>
              <a:rPr lang="en-US" altLang="ko-KR" i="1" dirty="0"/>
              <a:t>2</a:t>
            </a:r>
            <a:endParaRPr lang="ko-KR" altLang="en-US" i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E71C7E-E82A-FF4D-39B5-6FEC1D16D85D}"/>
              </a:ext>
            </a:extLst>
          </p:cNvPr>
          <p:cNvSpPr txBox="1"/>
          <p:nvPr/>
        </p:nvSpPr>
        <p:spPr>
          <a:xfrm>
            <a:off x="674255" y="648830"/>
            <a:ext cx="5615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/>
              <a:t>Telnet</a:t>
            </a:r>
            <a:r>
              <a:rPr lang="ko-KR" altLang="en-US" dirty="0"/>
              <a:t>접속</a:t>
            </a:r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154691E-FE20-E3DD-4504-8E6E497B7C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08" y="1767535"/>
            <a:ext cx="3116694" cy="332292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769B151-D0FC-4E18-607A-DD4E4CFE86A3}"/>
              </a:ext>
            </a:extLst>
          </p:cNvPr>
          <p:cNvSpPr txBox="1"/>
          <p:nvPr/>
        </p:nvSpPr>
        <p:spPr>
          <a:xfrm>
            <a:off x="353142" y="5661644"/>
            <a:ext cx="4849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err="1"/>
              <a:t>MobaXTerm</a:t>
            </a:r>
            <a:r>
              <a:rPr lang="en-US" altLang="ko-KR" dirty="0"/>
              <a:t> </a:t>
            </a:r>
            <a:r>
              <a:rPr lang="ko-KR" altLang="en-US" dirty="0"/>
              <a:t>으로 </a:t>
            </a:r>
            <a:r>
              <a:rPr lang="en-US" altLang="ko-KR" dirty="0"/>
              <a:t>telnet </a:t>
            </a:r>
            <a:r>
              <a:rPr lang="ko-KR" altLang="en-US" dirty="0"/>
              <a:t>접속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684964-9222-C531-286D-59D7D54541DA}"/>
              </a:ext>
            </a:extLst>
          </p:cNvPr>
          <p:cNvSpPr txBox="1"/>
          <p:nvPr/>
        </p:nvSpPr>
        <p:spPr>
          <a:xfrm>
            <a:off x="6873725" y="5478226"/>
            <a:ext cx="4849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err="1"/>
              <a:t>Rockyuser</a:t>
            </a:r>
            <a:r>
              <a:rPr lang="ko-KR" altLang="en-US" dirty="0"/>
              <a:t>로 접속 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0524D58-9042-B470-F694-06831816CD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2020" y="1767535"/>
            <a:ext cx="3116694" cy="346590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A623BE0-ACC7-562C-FDCD-F7F321AFE9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2981" y="3392411"/>
            <a:ext cx="3715268" cy="1771897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03C2F59B-17EF-1398-C85D-0A0CC02468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2136" y="877911"/>
            <a:ext cx="3172268" cy="2200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1705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0234C-9D0C-41E3-2631-B0A9F2C95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A2BCF9-F990-B5F3-9D47-054AF78FD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9018" y="6387596"/>
            <a:ext cx="2733963" cy="365125"/>
          </a:xfrm>
        </p:spPr>
        <p:txBody>
          <a:bodyPr/>
          <a:lstStyle/>
          <a:p>
            <a:r>
              <a:rPr lang="en-US" altLang="ko-KR" dirty="0"/>
              <a:t>- </a:t>
            </a:r>
            <a:fld id="{990EECEC-F2F9-4D8C-9352-59B5A27A5511}" type="slidenum">
              <a:rPr lang="ko-KR" altLang="en-US" smtClean="0"/>
              <a:pPr/>
              <a:t>11</a:t>
            </a:fld>
            <a:r>
              <a:rPr lang="ko-KR" altLang="en-US" dirty="0"/>
              <a:t> </a:t>
            </a:r>
            <a:r>
              <a:rPr lang="en-US" altLang="ko-KR" dirty="0"/>
              <a:t>-</a:t>
            </a:r>
            <a:r>
              <a:rPr lang="ko-KR" alt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D6715F-F303-B420-8CCD-3918334F256F}"/>
              </a:ext>
            </a:extLst>
          </p:cNvPr>
          <p:cNvSpPr txBox="1"/>
          <p:nvPr/>
        </p:nvSpPr>
        <p:spPr>
          <a:xfrm>
            <a:off x="3380509" y="10527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i="1" dirty="0"/>
              <a:t>서버 엔지니어 산업체 예상 프로젝트 과제 </a:t>
            </a:r>
            <a:r>
              <a:rPr lang="en-US" altLang="ko-KR" i="1" dirty="0"/>
              <a:t>4 (</a:t>
            </a:r>
            <a:r>
              <a:rPr lang="ko-KR" altLang="en-US" i="1" dirty="0"/>
              <a:t>상황 </a:t>
            </a:r>
            <a:r>
              <a:rPr lang="en-US" altLang="ko-KR" i="1" dirty="0"/>
              <a:t>4)</a:t>
            </a:r>
            <a:endParaRPr lang="ko-KR" altLang="en-US" i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F56776-677F-8D59-6BF3-B2B23F2E9703}"/>
              </a:ext>
            </a:extLst>
          </p:cNvPr>
          <p:cNvSpPr txBox="1"/>
          <p:nvPr/>
        </p:nvSpPr>
        <p:spPr>
          <a:xfrm>
            <a:off x="661553" y="648830"/>
            <a:ext cx="5615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별도 </a:t>
            </a:r>
            <a:r>
              <a:rPr lang="ko-KR" altLang="en-US" dirty="0" err="1"/>
              <a:t>일반파티션</a:t>
            </a:r>
            <a:r>
              <a:rPr lang="ko-KR" altLang="en-US" dirty="0"/>
              <a:t> </a:t>
            </a:r>
            <a:r>
              <a:rPr lang="en-US" altLang="ko-KR" dirty="0"/>
              <a:t>7</a:t>
            </a:r>
            <a:r>
              <a:rPr lang="ko-KR" altLang="en-US" dirty="0"/>
              <a:t>개 생성</a:t>
            </a:r>
            <a:r>
              <a:rPr lang="en-US" altLang="ko-KR" dirty="0"/>
              <a:t>(</a:t>
            </a:r>
            <a:r>
              <a:rPr lang="ko-KR" altLang="en-US" dirty="0"/>
              <a:t>사전 준비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55415D0-D872-CDCA-5617-D722846C4A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828" y="1192381"/>
            <a:ext cx="2820556" cy="186634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571A4A2-4CE7-B2ED-EAC8-D4380D7D243C}"/>
              </a:ext>
            </a:extLst>
          </p:cNvPr>
          <p:cNvSpPr txBox="1"/>
          <p:nvPr/>
        </p:nvSpPr>
        <p:spPr>
          <a:xfrm>
            <a:off x="3015384" y="1940887"/>
            <a:ext cx="323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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47DE5F-F941-58D8-F07D-98256BF60E5F}"/>
              </a:ext>
            </a:extLst>
          </p:cNvPr>
          <p:cNvSpPr txBox="1"/>
          <p:nvPr/>
        </p:nvSpPr>
        <p:spPr>
          <a:xfrm>
            <a:off x="293542" y="3084855"/>
            <a:ext cx="26231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/>
              <a:t>Rocky server edit settings</a:t>
            </a:r>
            <a:endParaRPr lang="ko-KR" altLang="en-US" sz="9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92D329A-A31E-0180-FD5D-51A8C99ED9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8656" y="1192381"/>
            <a:ext cx="2820556" cy="186634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E8DF130-DFAC-6436-6537-83C650BDDA5E}"/>
              </a:ext>
            </a:extLst>
          </p:cNvPr>
          <p:cNvSpPr txBox="1"/>
          <p:nvPr/>
        </p:nvSpPr>
        <p:spPr>
          <a:xfrm>
            <a:off x="3338657" y="3084855"/>
            <a:ext cx="26231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 err="1"/>
              <a:t>Hdd</a:t>
            </a:r>
            <a:r>
              <a:rPr lang="en-US" altLang="ko-KR" sz="900" dirty="0"/>
              <a:t> add -&gt; </a:t>
            </a:r>
            <a:r>
              <a:rPr lang="en-US" altLang="ko-KR" sz="900" dirty="0" err="1"/>
              <a:t>Scsi</a:t>
            </a:r>
            <a:r>
              <a:rPr lang="en-US" altLang="ko-KR" sz="900" dirty="0"/>
              <a:t> (7</a:t>
            </a:r>
            <a:r>
              <a:rPr lang="ko-KR" altLang="en-US" sz="900" dirty="0"/>
              <a:t>개</a:t>
            </a:r>
            <a:r>
              <a:rPr lang="en-US" altLang="ko-KR" sz="900" dirty="0"/>
              <a:t>)</a:t>
            </a:r>
            <a:endParaRPr lang="ko-KR" altLang="en-US" sz="9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1A4012-D86A-9057-DBCA-471894E2AAEC}"/>
              </a:ext>
            </a:extLst>
          </p:cNvPr>
          <p:cNvSpPr txBox="1"/>
          <p:nvPr/>
        </p:nvSpPr>
        <p:spPr>
          <a:xfrm>
            <a:off x="6119811" y="1940887"/>
            <a:ext cx="323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</a:t>
            </a:r>
            <a:endParaRPr lang="ko-KR" altLang="en-US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04BFEF2D-0A52-EB75-E4B0-C680D7FC29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3769" y="1201777"/>
            <a:ext cx="2820556" cy="186634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689B570-09DF-5DA8-CA7A-C76F72299C6D}"/>
              </a:ext>
            </a:extLst>
          </p:cNvPr>
          <p:cNvSpPr txBox="1"/>
          <p:nvPr/>
        </p:nvSpPr>
        <p:spPr>
          <a:xfrm>
            <a:off x="6428509" y="3084855"/>
            <a:ext cx="26231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/>
              <a:t>Create</a:t>
            </a:r>
            <a:r>
              <a:rPr lang="ko-KR" altLang="en-US" sz="900" dirty="0"/>
              <a:t> </a:t>
            </a:r>
            <a:r>
              <a:rPr lang="en-US" altLang="ko-KR" sz="900" dirty="0"/>
              <a:t>a</a:t>
            </a:r>
            <a:r>
              <a:rPr lang="ko-KR" altLang="en-US" sz="900" dirty="0"/>
              <a:t> </a:t>
            </a:r>
            <a:r>
              <a:rPr lang="en-US" altLang="ko-KR" sz="900" dirty="0"/>
              <a:t>new virtual disk</a:t>
            </a:r>
            <a:endParaRPr lang="ko-KR" altLang="en-US" sz="9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BF6B01A-083E-15A8-1F28-95920C95EE80}"/>
              </a:ext>
            </a:extLst>
          </p:cNvPr>
          <p:cNvSpPr txBox="1"/>
          <p:nvPr/>
        </p:nvSpPr>
        <p:spPr>
          <a:xfrm>
            <a:off x="9105610" y="1940887"/>
            <a:ext cx="323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</a:t>
            </a:r>
            <a:endParaRPr lang="ko-KR" altLang="en-US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1A3A10C6-BC80-1058-4975-09533D3861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1444" y="1202894"/>
            <a:ext cx="2820556" cy="185583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D43C59E-83DE-B9F7-3C91-CCD8E370E44E}"/>
              </a:ext>
            </a:extLst>
          </p:cNvPr>
          <p:cNvSpPr txBox="1"/>
          <p:nvPr/>
        </p:nvSpPr>
        <p:spPr>
          <a:xfrm>
            <a:off x="9428882" y="3084855"/>
            <a:ext cx="26231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/>
              <a:t>1G</a:t>
            </a:r>
            <a:r>
              <a:rPr lang="ko-KR" altLang="en-US" sz="900" dirty="0"/>
              <a:t>로 생성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73AF117F-60B3-D537-221F-3DD3EDAD56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6584" y="3542314"/>
            <a:ext cx="2838800" cy="1875741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B8B222D5-0432-51E7-1D44-B4FE23567669}"/>
              </a:ext>
            </a:extLst>
          </p:cNvPr>
          <p:cNvSpPr txBox="1"/>
          <p:nvPr/>
        </p:nvSpPr>
        <p:spPr>
          <a:xfrm>
            <a:off x="293542" y="5384030"/>
            <a:ext cx="26231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dirty="0"/>
              <a:t>최종 디스크 </a:t>
            </a:r>
            <a:r>
              <a:rPr lang="en-US" altLang="ko-KR" sz="900" dirty="0"/>
              <a:t>7</a:t>
            </a:r>
            <a:r>
              <a:rPr lang="ko-KR" altLang="en-US" sz="900" dirty="0"/>
              <a:t>개 추가 확인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0F2D21D-09B4-4155-095D-543960F5F560}"/>
              </a:ext>
            </a:extLst>
          </p:cNvPr>
          <p:cNvSpPr txBox="1"/>
          <p:nvPr/>
        </p:nvSpPr>
        <p:spPr>
          <a:xfrm>
            <a:off x="3015384" y="4295430"/>
            <a:ext cx="323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</a:t>
            </a:r>
            <a:endParaRPr lang="ko-KR" altLang="en-US" dirty="0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E3EE4CF9-FE34-F87A-94E5-90C34E647CD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38656" y="3542314"/>
            <a:ext cx="2820556" cy="1841716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5613D63A-759D-E777-5345-3310A27B90C2}"/>
              </a:ext>
            </a:extLst>
          </p:cNvPr>
          <p:cNvSpPr txBox="1"/>
          <p:nvPr/>
        </p:nvSpPr>
        <p:spPr>
          <a:xfrm>
            <a:off x="3338656" y="5384030"/>
            <a:ext cx="26231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dirty="0"/>
              <a:t>전원을 </a:t>
            </a:r>
            <a:r>
              <a:rPr lang="ko-KR" altLang="en-US" sz="900" dirty="0" err="1"/>
              <a:t>껏다</a:t>
            </a:r>
            <a:r>
              <a:rPr lang="ko-KR" altLang="en-US" sz="900" dirty="0"/>
              <a:t> </a:t>
            </a:r>
            <a:r>
              <a:rPr lang="ko-KR" altLang="en-US" sz="900" dirty="0" err="1"/>
              <a:t>킨후</a:t>
            </a:r>
            <a:r>
              <a:rPr lang="ko-KR" altLang="en-US" sz="900" dirty="0"/>
              <a:t> 스냅샷</a:t>
            </a: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13A1C60F-A927-C929-B38B-13CDF7AE908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6690" y="3542315"/>
            <a:ext cx="2820556" cy="1839814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69D5258B-B434-AE3E-341C-03C5226B7FA5}"/>
              </a:ext>
            </a:extLst>
          </p:cNvPr>
          <p:cNvSpPr txBox="1"/>
          <p:nvPr/>
        </p:nvSpPr>
        <p:spPr>
          <a:xfrm>
            <a:off x="6119811" y="4300218"/>
            <a:ext cx="323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</a:t>
            </a:r>
            <a:endParaRPr lang="ko-KR" alt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A121DD4-BC37-1622-F265-339B70C43E3A}"/>
              </a:ext>
            </a:extLst>
          </p:cNvPr>
          <p:cNvSpPr txBox="1"/>
          <p:nvPr/>
        </p:nvSpPr>
        <p:spPr>
          <a:xfrm>
            <a:off x="6482484" y="5384030"/>
            <a:ext cx="26231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 err="1"/>
              <a:t>Lsblk</a:t>
            </a:r>
            <a:r>
              <a:rPr lang="ko-KR" altLang="en-US" sz="900" dirty="0"/>
              <a:t>명령어로 디스크 설치확인</a:t>
            </a:r>
          </a:p>
        </p:txBody>
      </p:sp>
    </p:spTree>
    <p:extLst>
      <p:ext uri="{BB962C8B-B14F-4D97-AF65-F5344CB8AC3E}">
        <p14:creationId xmlns:p14="http://schemas.microsoft.com/office/powerpoint/2010/main" val="37562291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C6DA0-905A-7971-D94F-06D5FDA35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DCCCEDC-CE4D-6189-A6AE-ACC98738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9018" y="6387596"/>
            <a:ext cx="2733963" cy="365125"/>
          </a:xfrm>
        </p:spPr>
        <p:txBody>
          <a:bodyPr/>
          <a:lstStyle/>
          <a:p>
            <a:r>
              <a:rPr lang="en-US" altLang="ko-KR" dirty="0"/>
              <a:t>- </a:t>
            </a:r>
            <a:fld id="{990EECEC-F2F9-4D8C-9352-59B5A27A5511}" type="slidenum">
              <a:rPr lang="ko-KR" altLang="en-US" smtClean="0"/>
              <a:pPr/>
              <a:t>12</a:t>
            </a:fld>
            <a:r>
              <a:rPr lang="ko-KR" altLang="en-US" dirty="0"/>
              <a:t> </a:t>
            </a:r>
            <a:r>
              <a:rPr lang="en-US" altLang="ko-KR" dirty="0"/>
              <a:t>-</a:t>
            </a:r>
            <a:r>
              <a:rPr lang="ko-KR" alt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451A08-63CD-3C65-03C2-2EC1460E9877}"/>
              </a:ext>
            </a:extLst>
          </p:cNvPr>
          <p:cNvSpPr txBox="1"/>
          <p:nvPr/>
        </p:nvSpPr>
        <p:spPr>
          <a:xfrm>
            <a:off x="3380509" y="10527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i="1" dirty="0"/>
              <a:t>서버 엔지니어 산업체 예상 프로젝트 과제 </a:t>
            </a:r>
            <a:r>
              <a:rPr lang="en-US" altLang="ko-KR" i="1" dirty="0"/>
              <a:t>4 (</a:t>
            </a:r>
            <a:r>
              <a:rPr lang="ko-KR" altLang="en-US" i="1" dirty="0"/>
              <a:t>상황 </a:t>
            </a:r>
            <a:r>
              <a:rPr lang="en-US" altLang="ko-KR" i="1" dirty="0"/>
              <a:t>4)</a:t>
            </a:r>
            <a:endParaRPr lang="ko-KR" altLang="en-US" i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D9CA65-283D-6945-AD3F-3DD7B7D2F0BD}"/>
              </a:ext>
            </a:extLst>
          </p:cNvPr>
          <p:cNvSpPr txBox="1"/>
          <p:nvPr/>
        </p:nvSpPr>
        <p:spPr>
          <a:xfrm>
            <a:off x="674255" y="648830"/>
            <a:ext cx="5615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파티션</a:t>
            </a:r>
            <a:r>
              <a:rPr lang="en-US" altLang="ko-KR" dirty="0"/>
              <a:t>-&gt; </a:t>
            </a:r>
            <a:r>
              <a:rPr lang="ko-KR" altLang="en-US" dirty="0"/>
              <a:t>파일 시스템 생성 </a:t>
            </a:r>
            <a:r>
              <a:rPr lang="en-US" altLang="ko-KR" dirty="0"/>
              <a:t>-&gt;</a:t>
            </a:r>
            <a:r>
              <a:rPr lang="ko-KR" altLang="en-US" dirty="0"/>
              <a:t>마운트</a:t>
            </a:r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195394D2-32AF-3A03-ECBF-FA0CD06206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719" y="1192382"/>
            <a:ext cx="2820557" cy="186634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6B8D013-C075-0B5D-2CA4-10E36E34F4D4}"/>
              </a:ext>
            </a:extLst>
          </p:cNvPr>
          <p:cNvSpPr txBox="1"/>
          <p:nvPr/>
        </p:nvSpPr>
        <p:spPr>
          <a:xfrm>
            <a:off x="3015384" y="1940887"/>
            <a:ext cx="323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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BDB3F6-F883-F46B-0B0A-16A1E44F2A0A}"/>
              </a:ext>
            </a:extLst>
          </p:cNvPr>
          <p:cNvSpPr txBox="1"/>
          <p:nvPr/>
        </p:nvSpPr>
        <p:spPr>
          <a:xfrm>
            <a:off x="293542" y="3084855"/>
            <a:ext cx="26231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 err="1"/>
              <a:t>fdisk</a:t>
            </a:r>
            <a:r>
              <a:rPr lang="ko-KR" altLang="en-US" sz="900" dirty="0"/>
              <a:t>명령어로 파티션 하기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3980612-6471-15F3-0B65-E87B84E6EC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8656" y="1202216"/>
            <a:ext cx="2805665" cy="185650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C6761B5-FDA2-6A98-000E-8222E371746B}"/>
              </a:ext>
            </a:extLst>
          </p:cNvPr>
          <p:cNvSpPr txBox="1"/>
          <p:nvPr/>
        </p:nvSpPr>
        <p:spPr>
          <a:xfrm>
            <a:off x="3380509" y="3084855"/>
            <a:ext cx="26231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 err="1"/>
              <a:t>fdisk</a:t>
            </a:r>
            <a:r>
              <a:rPr lang="ko-KR" altLang="en-US" sz="900" dirty="0"/>
              <a:t> </a:t>
            </a:r>
            <a:r>
              <a:rPr lang="en-US" altLang="ko-KR" sz="900" dirty="0"/>
              <a:t>/dev/</a:t>
            </a:r>
            <a:r>
              <a:rPr lang="en-US" altLang="ko-KR" sz="900" dirty="0" err="1"/>
              <a:t>sdb</a:t>
            </a:r>
            <a:r>
              <a:rPr lang="ko-KR" altLang="en-US" sz="900" dirty="0"/>
              <a:t>에서 </a:t>
            </a:r>
            <a:r>
              <a:rPr lang="en-US" altLang="ko-KR" sz="900" dirty="0"/>
              <a:t>p</a:t>
            </a:r>
            <a:r>
              <a:rPr lang="ko-KR" altLang="en-US" sz="900" dirty="0"/>
              <a:t>로 파티션 적용 확인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EBE74B-C943-4AEF-CBA7-D02BC360A424}"/>
              </a:ext>
            </a:extLst>
          </p:cNvPr>
          <p:cNvSpPr txBox="1"/>
          <p:nvPr/>
        </p:nvSpPr>
        <p:spPr>
          <a:xfrm>
            <a:off x="6050395" y="1940887"/>
            <a:ext cx="323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</a:t>
            </a:r>
            <a:endParaRPr lang="ko-KR" altLang="en-US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74EA64D1-99CC-64A4-F7EC-74FF937075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0951" y="1202216"/>
            <a:ext cx="2805665" cy="185650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7D3B020-B500-725C-34E5-0C81DFD2BB1A}"/>
              </a:ext>
            </a:extLst>
          </p:cNvPr>
          <p:cNvSpPr txBox="1"/>
          <p:nvPr/>
        </p:nvSpPr>
        <p:spPr>
          <a:xfrm>
            <a:off x="6370951" y="3084855"/>
            <a:ext cx="26231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 err="1"/>
              <a:t>lsblk</a:t>
            </a:r>
            <a:r>
              <a:rPr lang="ko-KR" altLang="en-US" sz="900" dirty="0"/>
              <a:t>명령어로 각 디스크 파티션 확인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06B5F83-CA59-F818-80CE-B46C014567B8}"/>
              </a:ext>
            </a:extLst>
          </p:cNvPr>
          <p:cNvSpPr txBox="1"/>
          <p:nvPr/>
        </p:nvSpPr>
        <p:spPr>
          <a:xfrm>
            <a:off x="9073913" y="1940887"/>
            <a:ext cx="323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</a:t>
            </a:r>
            <a:endParaRPr lang="ko-KR" altLang="en-US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75A48E58-35E5-18B6-86F2-7A18BBF0B8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6335" y="1192380"/>
            <a:ext cx="2805665" cy="186634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98D731C-418C-21E6-9AC0-C2B251AE3B0B}"/>
              </a:ext>
            </a:extLst>
          </p:cNvPr>
          <p:cNvSpPr txBox="1"/>
          <p:nvPr/>
        </p:nvSpPr>
        <p:spPr>
          <a:xfrm>
            <a:off x="9386335" y="3084855"/>
            <a:ext cx="26231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dirty="0"/>
              <a:t>파일 시스템 생성 </a:t>
            </a:r>
            <a:r>
              <a:rPr lang="en-US" altLang="ko-KR" sz="900" dirty="0"/>
              <a:t>= </a:t>
            </a:r>
            <a:r>
              <a:rPr lang="ko-KR" altLang="en-US" sz="900" dirty="0"/>
              <a:t>포맷</a:t>
            </a: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736ACC30-C597-3B58-E302-FDED47B2D0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719" y="3341816"/>
            <a:ext cx="2805665" cy="1866343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0C7F50F-0D23-3B5F-3646-43B8C1700E26}"/>
              </a:ext>
            </a:extLst>
          </p:cNvPr>
          <p:cNvSpPr txBox="1"/>
          <p:nvPr/>
        </p:nvSpPr>
        <p:spPr>
          <a:xfrm>
            <a:off x="293542" y="5240122"/>
            <a:ext cx="26231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/>
              <a:t>mount </a:t>
            </a:r>
            <a:r>
              <a:rPr lang="ko-KR" altLang="en-US" sz="900" dirty="0"/>
              <a:t>할 경로 생성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D0A46DF-4EE0-0B5A-4886-0E53A114EEF3}"/>
              </a:ext>
            </a:extLst>
          </p:cNvPr>
          <p:cNvSpPr txBox="1"/>
          <p:nvPr/>
        </p:nvSpPr>
        <p:spPr>
          <a:xfrm>
            <a:off x="3015384" y="4090321"/>
            <a:ext cx="323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</a:t>
            </a:r>
            <a:endParaRPr lang="ko-KR" altLang="en-US" dirty="0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F5CD183F-EE6C-B3D1-88C1-D60AD4EDEC4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38655" y="3341815"/>
            <a:ext cx="2805665" cy="1866343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3BD5F7BA-FF05-E9C3-01E3-E51B72E119FB}"/>
              </a:ext>
            </a:extLst>
          </p:cNvPr>
          <p:cNvSpPr txBox="1"/>
          <p:nvPr/>
        </p:nvSpPr>
        <p:spPr>
          <a:xfrm>
            <a:off x="3380509" y="5197388"/>
            <a:ext cx="26231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dirty="0"/>
              <a:t>마운트 적용</a:t>
            </a: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3FC90E7F-1B76-E7B8-454D-2629D590BAB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0950" y="3341814"/>
            <a:ext cx="2805666" cy="1855574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1A2E77AB-E09E-3FF7-EDED-069956FCA071}"/>
              </a:ext>
            </a:extLst>
          </p:cNvPr>
          <p:cNvSpPr txBox="1"/>
          <p:nvPr/>
        </p:nvSpPr>
        <p:spPr>
          <a:xfrm>
            <a:off x="6050395" y="4038468"/>
            <a:ext cx="323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</a:t>
            </a:r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03A669C-5BAA-0520-CE26-EB2018014778}"/>
              </a:ext>
            </a:extLst>
          </p:cNvPr>
          <p:cNvSpPr txBox="1"/>
          <p:nvPr/>
        </p:nvSpPr>
        <p:spPr>
          <a:xfrm>
            <a:off x="6467476" y="5223515"/>
            <a:ext cx="26231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dirty="0"/>
              <a:t>각 디스크 </a:t>
            </a:r>
            <a:r>
              <a:rPr lang="en-US" altLang="ko-KR" sz="900" dirty="0"/>
              <a:t>UUID </a:t>
            </a:r>
            <a:r>
              <a:rPr lang="ko-KR" altLang="en-US" sz="900" dirty="0"/>
              <a:t>검색 </a:t>
            </a:r>
            <a:r>
              <a:rPr lang="en-US" altLang="ko-KR" sz="900" dirty="0" err="1"/>
              <a:t>blikd</a:t>
            </a:r>
            <a:endParaRPr lang="ko-KR" altLang="en-US" sz="900" dirty="0"/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C7EB70F1-5908-69BB-810E-8E514915BD1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86335" y="3351512"/>
            <a:ext cx="2805665" cy="1855574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7D0B19C0-7283-8936-6AEF-5AF081566605}"/>
              </a:ext>
            </a:extLst>
          </p:cNvPr>
          <p:cNvSpPr txBox="1"/>
          <p:nvPr/>
        </p:nvSpPr>
        <p:spPr>
          <a:xfrm>
            <a:off x="9073913" y="4038468"/>
            <a:ext cx="323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</a:t>
            </a:r>
            <a:endParaRPr lang="ko-KR" alt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49E3556-E9B2-FA82-7267-214B41E91454}"/>
              </a:ext>
            </a:extLst>
          </p:cNvPr>
          <p:cNvSpPr txBox="1"/>
          <p:nvPr/>
        </p:nvSpPr>
        <p:spPr>
          <a:xfrm>
            <a:off x="9397185" y="5223515"/>
            <a:ext cx="26231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/>
              <a:t>vi /</a:t>
            </a:r>
            <a:r>
              <a:rPr lang="en-US" altLang="ko-KR" sz="900" dirty="0" err="1"/>
              <a:t>etc</a:t>
            </a:r>
            <a:r>
              <a:rPr lang="en-US" altLang="ko-KR" sz="900" dirty="0"/>
              <a:t>/</a:t>
            </a:r>
            <a:r>
              <a:rPr lang="en-US" altLang="ko-KR" sz="900" dirty="0" err="1"/>
              <a:t>fstab</a:t>
            </a:r>
            <a:r>
              <a:rPr lang="ko-KR" altLang="en-US" sz="900" dirty="0"/>
              <a:t>에서 </a:t>
            </a:r>
            <a:r>
              <a:rPr lang="ko-KR" altLang="en-US" sz="900" dirty="0" err="1"/>
              <a:t>자동마운트</a:t>
            </a:r>
            <a:r>
              <a:rPr lang="ko-KR" altLang="en-US" sz="900" dirty="0"/>
              <a:t> 등록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68A3026-156D-28E6-8878-71A4468FF272}"/>
              </a:ext>
            </a:extLst>
          </p:cNvPr>
          <p:cNvSpPr txBox="1"/>
          <p:nvPr/>
        </p:nvSpPr>
        <p:spPr>
          <a:xfrm>
            <a:off x="293542" y="5638800"/>
            <a:ext cx="11260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Reboot</a:t>
            </a:r>
            <a:r>
              <a:rPr lang="ko-KR" altLang="en-US" dirty="0"/>
              <a:t>후 </a:t>
            </a:r>
            <a:r>
              <a:rPr lang="en-US" altLang="ko-KR" dirty="0" err="1"/>
              <a:t>lsblk</a:t>
            </a:r>
            <a:r>
              <a:rPr lang="ko-KR" altLang="en-US" dirty="0"/>
              <a:t>명령어로 자동 마운트 경로 지정 되어있는지 확인</a:t>
            </a:r>
          </a:p>
        </p:txBody>
      </p:sp>
    </p:spTree>
    <p:extLst>
      <p:ext uri="{BB962C8B-B14F-4D97-AF65-F5344CB8AC3E}">
        <p14:creationId xmlns:p14="http://schemas.microsoft.com/office/powerpoint/2010/main" val="355427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3273A-8E32-75A0-EAAA-3BAD9AADB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6FC062-2BFE-EF51-D462-449349282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9018" y="6387596"/>
            <a:ext cx="2733963" cy="365125"/>
          </a:xfrm>
        </p:spPr>
        <p:txBody>
          <a:bodyPr/>
          <a:lstStyle/>
          <a:p>
            <a:r>
              <a:rPr lang="en-US" altLang="ko-KR" dirty="0"/>
              <a:t>- </a:t>
            </a:r>
            <a:fld id="{990EECEC-F2F9-4D8C-9352-59B5A27A5511}" type="slidenum">
              <a:rPr lang="ko-KR" altLang="en-US" smtClean="0"/>
              <a:pPr/>
              <a:t>13</a:t>
            </a:fld>
            <a:r>
              <a:rPr lang="ko-KR" altLang="en-US" dirty="0"/>
              <a:t> </a:t>
            </a:r>
            <a:r>
              <a:rPr lang="en-US" altLang="ko-KR" dirty="0"/>
              <a:t>-</a:t>
            </a:r>
            <a:r>
              <a:rPr lang="ko-KR" alt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3A1DA9-5809-BF2C-B851-F64B2428CC1F}"/>
              </a:ext>
            </a:extLst>
          </p:cNvPr>
          <p:cNvSpPr txBox="1"/>
          <p:nvPr/>
        </p:nvSpPr>
        <p:spPr>
          <a:xfrm>
            <a:off x="3380509" y="10527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i="1" dirty="0"/>
              <a:t>서버 엔지니어 산업체 예상 프로젝트 과제 </a:t>
            </a:r>
            <a:r>
              <a:rPr lang="en-US" altLang="ko-KR" i="1" dirty="0"/>
              <a:t>4 (</a:t>
            </a:r>
            <a:r>
              <a:rPr lang="ko-KR" altLang="en-US" i="1" dirty="0"/>
              <a:t>상황 </a:t>
            </a:r>
            <a:r>
              <a:rPr lang="en-US" altLang="ko-KR" i="1" dirty="0"/>
              <a:t>4)</a:t>
            </a:r>
            <a:endParaRPr lang="ko-KR" altLang="en-US" i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AE5640-5AAC-9786-7D24-A40C20B65423}"/>
              </a:ext>
            </a:extLst>
          </p:cNvPr>
          <p:cNvSpPr txBox="1"/>
          <p:nvPr/>
        </p:nvSpPr>
        <p:spPr>
          <a:xfrm>
            <a:off x="674255" y="648830"/>
            <a:ext cx="5615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디스크 설정 </a:t>
            </a:r>
            <a:r>
              <a:rPr lang="en-US" altLang="ko-KR" dirty="0"/>
              <a:t>(</a:t>
            </a:r>
            <a:r>
              <a:rPr lang="ko-KR" altLang="en-US" dirty="0"/>
              <a:t>사전 작업 </a:t>
            </a:r>
            <a:r>
              <a:rPr lang="en-US" altLang="ko-KR" dirty="0"/>
              <a:t>RAID100)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A8621F0-D73F-E59F-39E4-63EA31F920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1192381"/>
            <a:ext cx="6096000" cy="328637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DDDC4E2-C010-5EC6-AC6A-FBF1C8431F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304" y="1211709"/>
            <a:ext cx="5615709" cy="328637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E10B0BF-1BE8-BC29-94B5-D5685CD54B0D}"/>
              </a:ext>
            </a:extLst>
          </p:cNvPr>
          <p:cNvSpPr txBox="1"/>
          <p:nvPr/>
        </p:nvSpPr>
        <p:spPr>
          <a:xfrm>
            <a:off x="200122" y="4538833"/>
            <a:ext cx="979054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과제 </a:t>
            </a:r>
            <a:r>
              <a:rPr lang="en-US" altLang="ko-KR" dirty="0"/>
              <a:t>3</a:t>
            </a:r>
            <a:r>
              <a:rPr lang="ko-KR" altLang="en-US" dirty="0"/>
              <a:t>번에서 </a:t>
            </a:r>
            <a:r>
              <a:rPr lang="en-US" altLang="ko-KR" dirty="0"/>
              <a:t>root</a:t>
            </a:r>
            <a:r>
              <a:rPr lang="ko-KR" altLang="en-US" dirty="0"/>
              <a:t>의 외부 접속이 막히고 </a:t>
            </a:r>
            <a:r>
              <a:rPr lang="en-US" altLang="ko-KR" dirty="0" err="1"/>
              <a:t>sshuser</a:t>
            </a:r>
            <a:r>
              <a:rPr lang="ko-KR" altLang="en-US" dirty="0"/>
              <a:t>로 외부에서 </a:t>
            </a:r>
            <a:r>
              <a:rPr lang="en-US" altLang="ko-KR" dirty="0"/>
              <a:t>key </a:t>
            </a:r>
            <a:r>
              <a:rPr lang="ko-KR" altLang="en-US" dirty="0"/>
              <a:t>교환방식으로 접근하기 때문에 디스크 설정하기 위해서는 </a:t>
            </a:r>
            <a:r>
              <a:rPr lang="en-US" altLang="ko-KR" dirty="0" err="1"/>
              <a:t>sudo</a:t>
            </a:r>
            <a:r>
              <a:rPr lang="en-US" altLang="ko-KR" dirty="0"/>
              <a:t> </a:t>
            </a:r>
            <a:r>
              <a:rPr lang="ko-KR" altLang="en-US" dirty="0"/>
              <a:t>권한을 </a:t>
            </a:r>
            <a:r>
              <a:rPr lang="ko-KR" altLang="en-US" dirty="0" err="1"/>
              <a:t>받아와야한다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 err="1"/>
              <a:t>sshuser</a:t>
            </a:r>
            <a:r>
              <a:rPr lang="ko-KR" altLang="en-US" dirty="0"/>
              <a:t>에게 </a:t>
            </a:r>
            <a:r>
              <a:rPr lang="en-US" altLang="ko-KR" dirty="0" err="1"/>
              <a:t>sudo</a:t>
            </a:r>
            <a:r>
              <a:rPr lang="ko-KR" altLang="en-US" dirty="0"/>
              <a:t>권한 주기</a:t>
            </a:r>
            <a:r>
              <a:rPr lang="en-US" altLang="ko-KR" dirty="0"/>
              <a:t> (</a:t>
            </a:r>
            <a:r>
              <a:rPr lang="en-US" altLang="ko-KR" dirty="0" err="1"/>
              <a:t>visudo</a:t>
            </a:r>
            <a:r>
              <a:rPr lang="en-US" altLang="ko-KR" dirty="0"/>
              <a:t>)</a:t>
            </a:r>
          </a:p>
          <a:p>
            <a:pPr marL="342900" indent="-342900">
              <a:buAutoNum type="arabicPeriod"/>
            </a:pPr>
            <a:r>
              <a:rPr lang="en-US" altLang="ko-KR" dirty="0" err="1"/>
              <a:t>sshuser</a:t>
            </a:r>
            <a:r>
              <a:rPr lang="en-US" altLang="ko-KR" dirty="0"/>
              <a:t> </a:t>
            </a:r>
            <a:r>
              <a:rPr lang="en-US" altLang="ko-KR" dirty="0" err="1"/>
              <a:t>sudo</a:t>
            </a:r>
            <a:r>
              <a:rPr lang="en-US" altLang="ko-KR" dirty="0"/>
              <a:t> </a:t>
            </a:r>
            <a:r>
              <a:rPr lang="ko-KR" altLang="en-US" dirty="0"/>
              <a:t>권한 확인 </a:t>
            </a:r>
            <a:r>
              <a:rPr lang="en-US" altLang="ko-KR" dirty="0"/>
              <a:t>(</a:t>
            </a:r>
            <a:r>
              <a:rPr lang="en-US" altLang="ko-KR" dirty="0" err="1"/>
              <a:t>sudo</a:t>
            </a:r>
            <a:r>
              <a:rPr lang="en-US" altLang="ko-KR" dirty="0"/>
              <a:t> </a:t>
            </a:r>
            <a:r>
              <a:rPr lang="en-US" altLang="ko-KR" dirty="0" err="1"/>
              <a:t>dnf</a:t>
            </a:r>
            <a:r>
              <a:rPr lang="en-US" altLang="ko-KR" dirty="0"/>
              <a:t> install </a:t>
            </a:r>
            <a:r>
              <a:rPr lang="en-US" altLang="ko-KR" dirty="0" err="1"/>
              <a:t>openssh</a:t>
            </a:r>
            <a:r>
              <a:rPr lang="en-US" altLang="ko-KR" dirty="0"/>
              <a:t>-server</a:t>
            </a:r>
          </a:p>
          <a:p>
            <a:pPr marL="342900" indent="-342900">
              <a:buAutoNum type="arabicPeriod"/>
            </a:pPr>
            <a:r>
              <a:rPr lang="en-US" altLang="ko-KR" dirty="0"/>
              <a:t>rpm –</a:t>
            </a:r>
            <a:r>
              <a:rPr lang="en-US" altLang="ko-KR" dirty="0" err="1"/>
              <a:t>qa</a:t>
            </a:r>
            <a:r>
              <a:rPr lang="en-US" altLang="ko-KR" dirty="0"/>
              <a:t> | grep lvm2 &lt;- </a:t>
            </a:r>
            <a:r>
              <a:rPr lang="ko-KR" altLang="en-US" dirty="0"/>
              <a:t>설치 되어있는지 확인</a:t>
            </a:r>
            <a:endParaRPr lang="en-US" altLang="ko-KR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DDC44197-0253-80BB-C729-F72A264ED4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8333" y="5120686"/>
            <a:ext cx="3791479" cy="89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2595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A18EB-DD98-855D-B5A3-B425F393A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14AFC3-99E7-1A30-0131-E5EA8D986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9018" y="6387596"/>
            <a:ext cx="2733963" cy="365125"/>
          </a:xfrm>
        </p:spPr>
        <p:txBody>
          <a:bodyPr/>
          <a:lstStyle/>
          <a:p>
            <a:r>
              <a:rPr lang="en-US" altLang="ko-KR" dirty="0"/>
              <a:t>- </a:t>
            </a:r>
            <a:fld id="{990EECEC-F2F9-4D8C-9352-59B5A27A5511}" type="slidenum">
              <a:rPr lang="ko-KR" altLang="en-US" smtClean="0"/>
              <a:pPr/>
              <a:t>14</a:t>
            </a:fld>
            <a:r>
              <a:rPr lang="ko-KR" altLang="en-US" dirty="0"/>
              <a:t> </a:t>
            </a:r>
            <a:r>
              <a:rPr lang="en-US" altLang="ko-KR" dirty="0"/>
              <a:t>-</a:t>
            </a:r>
            <a:r>
              <a:rPr lang="ko-KR" alt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117585-4C34-D058-6836-7C0839D380F8}"/>
              </a:ext>
            </a:extLst>
          </p:cNvPr>
          <p:cNvSpPr txBox="1"/>
          <p:nvPr/>
        </p:nvSpPr>
        <p:spPr>
          <a:xfrm>
            <a:off x="3380509" y="10527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i="1" dirty="0"/>
              <a:t>서버 엔지니어 산업체 예상 프로젝트 과제 </a:t>
            </a:r>
            <a:r>
              <a:rPr lang="en-US" altLang="ko-KR" i="1" dirty="0"/>
              <a:t>4 (</a:t>
            </a:r>
            <a:r>
              <a:rPr lang="ko-KR" altLang="en-US" i="1" dirty="0"/>
              <a:t>상황 </a:t>
            </a:r>
            <a:r>
              <a:rPr lang="en-US" altLang="ko-KR" i="1" dirty="0"/>
              <a:t>4)</a:t>
            </a:r>
            <a:endParaRPr lang="ko-KR" altLang="en-US" i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A44A4B-C4A1-2222-808D-F5ADDF90B037}"/>
              </a:ext>
            </a:extLst>
          </p:cNvPr>
          <p:cNvSpPr txBox="1"/>
          <p:nvPr/>
        </p:nvSpPr>
        <p:spPr>
          <a:xfrm>
            <a:off x="674255" y="648830"/>
            <a:ext cx="5615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1-1. </a:t>
            </a:r>
            <a:r>
              <a:rPr lang="ko-KR" altLang="en-US" dirty="0"/>
              <a:t>디스크 설정 </a:t>
            </a:r>
            <a:r>
              <a:rPr lang="en-US" altLang="ko-KR" dirty="0"/>
              <a:t>(RAID 100)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A52119F-B57C-4B2A-6140-66BB43BABB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255" y="1085101"/>
            <a:ext cx="4983595" cy="448702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E531B0A-C73A-4EBF-3790-86B9C6B6D1DE}"/>
              </a:ext>
            </a:extLst>
          </p:cNvPr>
          <p:cNvSpPr txBox="1"/>
          <p:nvPr/>
        </p:nvSpPr>
        <p:spPr>
          <a:xfrm>
            <a:off x="485177" y="5772899"/>
            <a:ext cx="26231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/>
              <a:t>Raid100 -&gt; raid 1+0+0 -&gt; 8</a:t>
            </a:r>
            <a:r>
              <a:rPr lang="ko-KR" altLang="en-US" sz="900" dirty="0"/>
              <a:t>개</a:t>
            </a:r>
            <a:r>
              <a:rPr lang="en-US" altLang="ko-KR" sz="900" dirty="0"/>
              <a:t>disk</a:t>
            </a:r>
            <a:r>
              <a:rPr lang="ko-KR" altLang="en-US" sz="900" dirty="0"/>
              <a:t>필요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FF5D15-D5F7-61C2-0EF0-71E650E09190}"/>
              </a:ext>
            </a:extLst>
          </p:cNvPr>
          <p:cNvSpPr txBox="1"/>
          <p:nvPr/>
        </p:nvSpPr>
        <p:spPr>
          <a:xfrm>
            <a:off x="5934363" y="3333547"/>
            <a:ext cx="323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</a:t>
            </a:r>
            <a:endParaRPr lang="ko-KR" altLang="en-US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C616859-7E89-D3FC-444E-7E214C7F12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4317" y="1085101"/>
            <a:ext cx="5135708" cy="452344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82AB0C8-93C2-F858-5213-D3A3D0895B46}"/>
              </a:ext>
            </a:extLst>
          </p:cNvPr>
          <p:cNvSpPr txBox="1"/>
          <p:nvPr/>
        </p:nvSpPr>
        <p:spPr>
          <a:xfrm>
            <a:off x="6494317" y="5639186"/>
            <a:ext cx="262312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raid100 </a:t>
            </a:r>
            <a:r>
              <a:rPr lang="ko-KR" altLang="en-US" sz="900" dirty="0"/>
              <a:t>구성</a:t>
            </a:r>
            <a:r>
              <a:rPr lang="en-US" altLang="ko-KR" sz="900" dirty="0"/>
              <a:t>(1.</a:t>
            </a:r>
            <a:r>
              <a:rPr lang="ko-KR" altLang="en-US" sz="900" dirty="0"/>
              <a:t>파티션</a:t>
            </a:r>
            <a:r>
              <a:rPr lang="en-US" altLang="ko-KR" sz="900" dirty="0"/>
              <a:t>)</a:t>
            </a:r>
          </a:p>
          <a:p>
            <a:r>
              <a:rPr lang="en-US" altLang="ko-KR" sz="900" dirty="0" err="1"/>
              <a:t>sudo</a:t>
            </a:r>
            <a:r>
              <a:rPr lang="en-US" altLang="ko-KR" sz="900" dirty="0"/>
              <a:t> parted --script /dev/</a:t>
            </a:r>
            <a:r>
              <a:rPr lang="en-US" altLang="ko-KR" sz="900" dirty="0" err="1"/>
              <a:t>sdb</a:t>
            </a:r>
            <a:r>
              <a:rPr lang="en-US" altLang="ko-KR" sz="900" dirty="0"/>
              <a:t> "</a:t>
            </a:r>
            <a:r>
              <a:rPr lang="en-US" altLang="ko-KR" sz="900" dirty="0" err="1"/>
              <a:t>mklabel</a:t>
            </a:r>
            <a:r>
              <a:rPr lang="en-US" altLang="ko-KR" sz="900" dirty="0"/>
              <a:t> </a:t>
            </a:r>
            <a:r>
              <a:rPr lang="en-US" altLang="ko-KR" sz="900" dirty="0" err="1"/>
              <a:t>gpt</a:t>
            </a:r>
            <a:r>
              <a:rPr lang="en-US" altLang="ko-KR" sz="900" dirty="0"/>
              <a:t>"</a:t>
            </a:r>
          </a:p>
          <a:p>
            <a:r>
              <a:rPr lang="en-US" altLang="ko-KR" sz="900" dirty="0" err="1"/>
              <a:t>sudo</a:t>
            </a:r>
            <a:r>
              <a:rPr lang="en-US" altLang="ko-KR" sz="900" dirty="0"/>
              <a:t> parted --script /dev/</a:t>
            </a:r>
            <a:r>
              <a:rPr lang="en-US" altLang="ko-KR" sz="900" dirty="0" err="1"/>
              <a:t>sdb</a:t>
            </a:r>
            <a:r>
              <a:rPr lang="en-US" altLang="ko-KR" sz="900" dirty="0"/>
              <a:t> "</a:t>
            </a:r>
            <a:r>
              <a:rPr lang="en-US" altLang="ko-KR" sz="900" dirty="0" err="1"/>
              <a:t>mkpart</a:t>
            </a:r>
            <a:r>
              <a:rPr lang="en-US" altLang="ko-KR" sz="900" dirty="0"/>
              <a:t> 'Linux LVM' 0% 100%"</a:t>
            </a:r>
          </a:p>
          <a:p>
            <a:r>
              <a:rPr lang="en-US" altLang="ko-KR" sz="900" dirty="0" err="1"/>
              <a:t>sudo</a:t>
            </a:r>
            <a:r>
              <a:rPr lang="en-US" altLang="ko-KR" sz="900" dirty="0"/>
              <a:t> parted --script /dev/</a:t>
            </a:r>
            <a:r>
              <a:rPr lang="en-US" altLang="ko-KR" sz="900" dirty="0" err="1"/>
              <a:t>sdb</a:t>
            </a:r>
            <a:r>
              <a:rPr lang="en-US" altLang="ko-KR" sz="900" dirty="0"/>
              <a:t> "set 1 </a:t>
            </a:r>
            <a:r>
              <a:rPr lang="en-US" altLang="ko-KR" sz="900" dirty="0" err="1"/>
              <a:t>lvm</a:t>
            </a:r>
            <a:r>
              <a:rPr lang="en-US" altLang="ko-KR" sz="900" dirty="0"/>
              <a:t> on"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30970710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BFBD0-BABD-5AA9-1082-3685C28FD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A9EBA0-6488-3BE2-2384-157E7E690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9018" y="6387596"/>
            <a:ext cx="2733963" cy="365125"/>
          </a:xfrm>
        </p:spPr>
        <p:txBody>
          <a:bodyPr/>
          <a:lstStyle/>
          <a:p>
            <a:r>
              <a:rPr lang="en-US" altLang="ko-KR" dirty="0"/>
              <a:t>- </a:t>
            </a:r>
            <a:fld id="{990EECEC-F2F9-4D8C-9352-59B5A27A5511}" type="slidenum">
              <a:rPr lang="ko-KR" altLang="en-US" smtClean="0"/>
              <a:pPr/>
              <a:t>15</a:t>
            </a:fld>
            <a:r>
              <a:rPr lang="ko-KR" altLang="en-US" dirty="0"/>
              <a:t> </a:t>
            </a:r>
            <a:r>
              <a:rPr lang="en-US" altLang="ko-KR" dirty="0"/>
              <a:t>-</a:t>
            </a:r>
            <a:r>
              <a:rPr lang="ko-KR" alt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8EA818-6EF8-525C-F161-0D613A7A8B95}"/>
              </a:ext>
            </a:extLst>
          </p:cNvPr>
          <p:cNvSpPr txBox="1"/>
          <p:nvPr/>
        </p:nvSpPr>
        <p:spPr>
          <a:xfrm>
            <a:off x="3380509" y="10527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i="1" dirty="0"/>
              <a:t>서버 엔지니어 산업체 예상 프로젝트 과제 </a:t>
            </a:r>
            <a:r>
              <a:rPr lang="en-US" altLang="ko-KR" i="1" dirty="0"/>
              <a:t>4</a:t>
            </a:r>
            <a:endParaRPr lang="ko-KR" altLang="en-US" i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3A8CDD-71AE-B072-7085-E03659E11FDF}"/>
              </a:ext>
            </a:extLst>
          </p:cNvPr>
          <p:cNvSpPr txBox="1"/>
          <p:nvPr/>
        </p:nvSpPr>
        <p:spPr>
          <a:xfrm>
            <a:off x="674255" y="648830"/>
            <a:ext cx="5615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1-2. </a:t>
            </a:r>
            <a:r>
              <a:rPr lang="ko-KR" altLang="en-US" dirty="0"/>
              <a:t>디스크 설정 </a:t>
            </a:r>
            <a:r>
              <a:rPr lang="en-US" altLang="ko-KR" dirty="0"/>
              <a:t>(Raid100)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FEF616-7B3D-96AF-EE13-2F82CC78AFD4}"/>
              </a:ext>
            </a:extLst>
          </p:cNvPr>
          <p:cNvSpPr txBox="1"/>
          <p:nvPr/>
        </p:nvSpPr>
        <p:spPr>
          <a:xfrm>
            <a:off x="6525030" y="2413337"/>
            <a:ext cx="917257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/>
              <a:t>sudo</a:t>
            </a:r>
            <a:r>
              <a:rPr lang="en-US" altLang="ko-KR" sz="1400" dirty="0"/>
              <a:t> </a:t>
            </a:r>
            <a:r>
              <a:rPr lang="en-US" altLang="ko-KR" sz="1400" dirty="0" err="1"/>
              <a:t>mdadm</a:t>
            </a:r>
            <a:r>
              <a:rPr lang="en-US" altLang="ko-KR" sz="1400" dirty="0"/>
              <a:t> -C /dev/md1 -l 1 -n 2 /dev/sdb1 /dev/sdc1</a:t>
            </a:r>
          </a:p>
          <a:p>
            <a:r>
              <a:rPr lang="en-US" altLang="ko-KR" sz="1400" dirty="0" err="1"/>
              <a:t>sudo</a:t>
            </a:r>
            <a:r>
              <a:rPr lang="en-US" altLang="ko-KR" sz="1400" dirty="0"/>
              <a:t> </a:t>
            </a:r>
            <a:r>
              <a:rPr lang="en-US" altLang="ko-KR" sz="1400" dirty="0" err="1"/>
              <a:t>mdadm</a:t>
            </a:r>
            <a:r>
              <a:rPr lang="en-US" altLang="ko-KR" sz="1400" dirty="0"/>
              <a:t> -C /dev/md2 -l 1 -n 2 /dev/sdd1 /dev/sde1</a:t>
            </a:r>
          </a:p>
          <a:p>
            <a:r>
              <a:rPr lang="en-US" altLang="ko-KR" sz="1400" dirty="0" err="1"/>
              <a:t>sudo</a:t>
            </a:r>
            <a:r>
              <a:rPr lang="en-US" altLang="ko-KR" sz="1400" dirty="0"/>
              <a:t> </a:t>
            </a:r>
            <a:r>
              <a:rPr lang="en-US" altLang="ko-KR" sz="1400" dirty="0" err="1"/>
              <a:t>mdadm</a:t>
            </a:r>
            <a:r>
              <a:rPr lang="en-US" altLang="ko-KR" sz="1400" dirty="0"/>
              <a:t> -C /dev/md10 -l 0 -n 2 /dev/md1 /dev/md2</a:t>
            </a:r>
          </a:p>
          <a:p>
            <a:endParaRPr lang="en-US" altLang="ko-KR" sz="1400" dirty="0"/>
          </a:p>
          <a:p>
            <a:r>
              <a:rPr lang="en-US" altLang="ko-KR" sz="1400" dirty="0" err="1"/>
              <a:t>sudo</a:t>
            </a:r>
            <a:r>
              <a:rPr lang="en-US" altLang="ko-KR" sz="1400" dirty="0"/>
              <a:t> </a:t>
            </a:r>
            <a:r>
              <a:rPr lang="en-US" altLang="ko-KR" sz="1400" dirty="0" err="1"/>
              <a:t>mdadm</a:t>
            </a:r>
            <a:r>
              <a:rPr lang="en-US" altLang="ko-KR" sz="1400" dirty="0"/>
              <a:t> -C /dev/md3 -l 1 -n 2 /dev/sdf1 /dev/sdg1</a:t>
            </a:r>
          </a:p>
          <a:p>
            <a:r>
              <a:rPr lang="en-US" altLang="ko-KR" sz="1400" dirty="0" err="1"/>
              <a:t>sudo</a:t>
            </a:r>
            <a:r>
              <a:rPr lang="en-US" altLang="ko-KR" sz="1400" dirty="0"/>
              <a:t> </a:t>
            </a:r>
            <a:r>
              <a:rPr lang="en-US" altLang="ko-KR" sz="1400" dirty="0" err="1"/>
              <a:t>mdadm</a:t>
            </a:r>
            <a:r>
              <a:rPr lang="en-US" altLang="ko-KR" sz="1400" dirty="0"/>
              <a:t> -C /dev/md4 -l 1 -n 2 /dev/sdh1 /dev/sdi1</a:t>
            </a:r>
          </a:p>
          <a:p>
            <a:r>
              <a:rPr lang="en-US" altLang="ko-KR" sz="1400" dirty="0" err="1"/>
              <a:t>sudo</a:t>
            </a:r>
            <a:r>
              <a:rPr lang="en-US" altLang="ko-KR" sz="1400" dirty="0"/>
              <a:t> </a:t>
            </a:r>
            <a:r>
              <a:rPr lang="en-US" altLang="ko-KR" sz="1400" dirty="0" err="1"/>
              <a:t>mdadm</a:t>
            </a:r>
            <a:r>
              <a:rPr lang="en-US" altLang="ko-KR" sz="1400" dirty="0"/>
              <a:t> -C /dev/md20 -l 0 -n 2 /dev/md3 /dev/md4</a:t>
            </a:r>
          </a:p>
          <a:p>
            <a:endParaRPr lang="en-US" altLang="ko-KR" sz="1400" dirty="0"/>
          </a:p>
          <a:p>
            <a:r>
              <a:rPr lang="en-US" altLang="ko-KR" sz="1400" dirty="0" err="1"/>
              <a:t>sudo</a:t>
            </a:r>
            <a:r>
              <a:rPr lang="en-US" altLang="ko-KR" sz="1400" dirty="0"/>
              <a:t> </a:t>
            </a:r>
            <a:r>
              <a:rPr lang="en-US" altLang="ko-KR" sz="1400" dirty="0" err="1"/>
              <a:t>mdadm</a:t>
            </a:r>
            <a:r>
              <a:rPr lang="en-US" altLang="ko-KR" sz="1400" dirty="0"/>
              <a:t> -C /dev/md100 -l 0 -n 2 /dev/md10 /dev/md20</a:t>
            </a:r>
            <a:endParaRPr lang="ko-KR" altLang="en-US" sz="1400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61BB2D3A-2A83-6796-1F52-981EFAF4E3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588" y="1093496"/>
            <a:ext cx="5382376" cy="5115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5935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A0702-B780-FC61-C3FC-4E6BA15A8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AC4EB50-98C4-96A4-5DD4-426737D47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9018" y="6387596"/>
            <a:ext cx="2733963" cy="365125"/>
          </a:xfrm>
        </p:spPr>
        <p:txBody>
          <a:bodyPr/>
          <a:lstStyle/>
          <a:p>
            <a:r>
              <a:rPr lang="en-US" altLang="ko-KR" dirty="0"/>
              <a:t>- </a:t>
            </a:r>
            <a:fld id="{990EECEC-F2F9-4D8C-9352-59B5A27A5511}" type="slidenum">
              <a:rPr lang="ko-KR" altLang="en-US" smtClean="0"/>
              <a:pPr/>
              <a:t>16</a:t>
            </a:fld>
            <a:r>
              <a:rPr lang="ko-KR" altLang="en-US" dirty="0"/>
              <a:t> </a:t>
            </a:r>
            <a:r>
              <a:rPr lang="en-US" altLang="ko-KR" dirty="0"/>
              <a:t>-</a:t>
            </a:r>
            <a:r>
              <a:rPr lang="ko-KR" alt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048E3A-E7C3-BA9E-33C5-BBE0828801B7}"/>
              </a:ext>
            </a:extLst>
          </p:cNvPr>
          <p:cNvSpPr txBox="1"/>
          <p:nvPr/>
        </p:nvSpPr>
        <p:spPr>
          <a:xfrm>
            <a:off x="3380509" y="10527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i="1" dirty="0"/>
              <a:t>서버 엔지니어 산업체 예상 프로젝트 과제 </a:t>
            </a:r>
            <a:r>
              <a:rPr lang="en-US" altLang="ko-KR" i="1" dirty="0"/>
              <a:t>4 (</a:t>
            </a:r>
            <a:r>
              <a:rPr lang="ko-KR" altLang="en-US" i="1" dirty="0"/>
              <a:t>상황</a:t>
            </a:r>
            <a:r>
              <a:rPr lang="en-US" altLang="ko-KR" i="1" dirty="0"/>
              <a:t> 4)</a:t>
            </a:r>
            <a:endParaRPr lang="ko-KR" altLang="en-US" i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AEAABB5-83C3-F10B-5055-7DF9C3251195}"/>
              </a:ext>
            </a:extLst>
          </p:cNvPr>
          <p:cNvSpPr txBox="1"/>
          <p:nvPr/>
        </p:nvSpPr>
        <p:spPr>
          <a:xfrm>
            <a:off x="674255" y="648830"/>
            <a:ext cx="5615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2. PV </a:t>
            </a:r>
            <a:r>
              <a:rPr lang="ko-KR" altLang="en-US" dirty="0"/>
              <a:t>생성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D0F2AD1-39B9-90D7-C875-DE91FD0080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255" y="1116197"/>
            <a:ext cx="5649113" cy="158137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DA79AA3-F5AC-727D-D500-55456759D83C}"/>
              </a:ext>
            </a:extLst>
          </p:cNvPr>
          <p:cNvSpPr txBox="1"/>
          <p:nvPr/>
        </p:nvSpPr>
        <p:spPr>
          <a:xfrm>
            <a:off x="674254" y="2877105"/>
            <a:ext cx="5615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3. VG </a:t>
            </a:r>
            <a:r>
              <a:rPr lang="ko-KR" altLang="en-US" dirty="0"/>
              <a:t>생성 및 활성화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475C1DF2-150B-1583-11EF-32596A9325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886" y="3348679"/>
            <a:ext cx="5601482" cy="1952898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CA046219-35BB-E5A3-0BB2-D7E55675E6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0860" y="1875320"/>
            <a:ext cx="5277290" cy="264617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FA8BD67-ED96-84A4-A278-0A61441D6EDE}"/>
              </a:ext>
            </a:extLst>
          </p:cNvPr>
          <p:cNvSpPr txBox="1"/>
          <p:nvPr/>
        </p:nvSpPr>
        <p:spPr>
          <a:xfrm>
            <a:off x="6590860" y="1357647"/>
            <a:ext cx="5615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4. LV </a:t>
            </a:r>
            <a:r>
              <a:rPr lang="ko-KR" altLang="en-US" dirty="0"/>
              <a:t>생성 </a:t>
            </a:r>
          </a:p>
        </p:txBody>
      </p:sp>
    </p:spTree>
    <p:extLst>
      <p:ext uri="{BB962C8B-B14F-4D97-AF65-F5344CB8AC3E}">
        <p14:creationId xmlns:p14="http://schemas.microsoft.com/office/powerpoint/2010/main" val="9047002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FA06C-39F4-5801-AD25-DCC72EF5B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1F189E-3924-242D-10FE-C78C1EC31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9018" y="6387596"/>
            <a:ext cx="2733963" cy="365125"/>
          </a:xfrm>
        </p:spPr>
        <p:txBody>
          <a:bodyPr/>
          <a:lstStyle/>
          <a:p>
            <a:r>
              <a:rPr lang="en-US" altLang="ko-KR" dirty="0"/>
              <a:t>- </a:t>
            </a:r>
            <a:fld id="{990EECEC-F2F9-4D8C-9352-59B5A27A5511}" type="slidenum">
              <a:rPr lang="ko-KR" altLang="en-US" smtClean="0"/>
              <a:pPr/>
              <a:t>17</a:t>
            </a:fld>
            <a:r>
              <a:rPr lang="ko-KR" altLang="en-US" dirty="0"/>
              <a:t> </a:t>
            </a:r>
            <a:r>
              <a:rPr lang="en-US" altLang="ko-KR" dirty="0"/>
              <a:t>-</a:t>
            </a:r>
            <a:r>
              <a:rPr lang="ko-KR" alt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42FCEF-7B0A-4D10-E5E8-0722A5006F4E}"/>
              </a:ext>
            </a:extLst>
          </p:cNvPr>
          <p:cNvSpPr txBox="1"/>
          <p:nvPr/>
        </p:nvSpPr>
        <p:spPr>
          <a:xfrm>
            <a:off x="3380509" y="10527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i="1" dirty="0"/>
              <a:t>서버 엔지니어 산업체 예상 프로젝트 과제 </a:t>
            </a:r>
            <a:r>
              <a:rPr lang="en-US" altLang="ko-KR" i="1" dirty="0"/>
              <a:t>4 (</a:t>
            </a:r>
            <a:r>
              <a:rPr lang="ko-KR" altLang="en-US" i="1" dirty="0"/>
              <a:t>상황 </a:t>
            </a:r>
            <a:r>
              <a:rPr lang="en-US" altLang="ko-KR" i="1" dirty="0"/>
              <a:t>4)</a:t>
            </a:r>
            <a:endParaRPr lang="ko-KR" altLang="en-US" i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18DC36-2DA4-BBF1-E3E7-1467993A7765}"/>
              </a:ext>
            </a:extLst>
          </p:cNvPr>
          <p:cNvSpPr txBox="1"/>
          <p:nvPr/>
        </p:nvSpPr>
        <p:spPr>
          <a:xfrm>
            <a:off x="674255" y="648830"/>
            <a:ext cx="5615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5. /</a:t>
            </a:r>
            <a:r>
              <a:rPr lang="en-US" altLang="ko-KR" dirty="0" err="1"/>
              <a:t>quotahome</a:t>
            </a:r>
            <a:r>
              <a:rPr lang="en-US" altLang="ko-KR" dirty="0"/>
              <a:t> </a:t>
            </a:r>
            <a:r>
              <a:rPr lang="ko-KR" altLang="en-US" dirty="0"/>
              <a:t>디렉터리에 </a:t>
            </a:r>
            <a:r>
              <a:rPr lang="en-US" altLang="ko-KR" dirty="0"/>
              <a:t>ext4 quota </a:t>
            </a:r>
            <a:r>
              <a:rPr lang="ko-KR" altLang="en-US" dirty="0"/>
              <a:t>설정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8C2E0D8-DD4F-361B-3015-0A041296CA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862" y="1018162"/>
            <a:ext cx="6087325" cy="257210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4BD9C5A-7DC5-C9F0-D079-3A63BC93FD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5597" y="520156"/>
            <a:ext cx="4341823" cy="6140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79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F2720-23F3-075A-7A1B-3C36EF5F0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6D9D7D5-B4A5-E598-93E4-F2C066AE3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9018" y="6387596"/>
            <a:ext cx="2733963" cy="365125"/>
          </a:xfrm>
        </p:spPr>
        <p:txBody>
          <a:bodyPr/>
          <a:lstStyle/>
          <a:p>
            <a:r>
              <a:rPr lang="en-US" altLang="ko-KR" dirty="0"/>
              <a:t>- </a:t>
            </a:r>
            <a:fld id="{990EECEC-F2F9-4D8C-9352-59B5A27A5511}" type="slidenum">
              <a:rPr lang="ko-KR" altLang="en-US" smtClean="0"/>
              <a:pPr/>
              <a:t>18</a:t>
            </a:fld>
            <a:r>
              <a:rPr lang="ko-KR" altLang="en-US" dirty="0"/>
              <a:t> </a:t>
            </a:r>
            <a:r>
              <a:rPr lang="en-US" altLang="ko-KR" dirty="0"/>
              <a:t>-</a:t>
            </a:r>
            <a:r>
              <a:rPr lang="ko-KR" alt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84B9A1-7F6C-F4FF-A678-A1CE651650BF}"/>
              </a:ext>
            </a:extLst>
          </p:cNvPr>
          <p:cNvSpPr txBox="1"/>
          <p:nvPr/>
        </p:nvSpPr>
        <p:spPr>
          <a:xfrm>
            <a:off x="3380509" y="10527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i="1" dirty="0"/>
              <a:t>서버 엔지니어 산업체 예상 프로젝트 과제 </a:t>
            </a:r>
            <a:r>
              <a:rPr lang="en-US" altLang="ko-KR" i="1" dirty="0"/>
              <a:t>4 (</a:t>
            </a:r>
            <a:r>
              <a:rPr lang="ko-KR" altLang="en-US" i="1" dirty="0"/>
              <a:t>상황 </a:t>
            </a:r>
            <a:r>
              <a:rPr lang="en-US" altLang="ko-KR" i="1" dirty="0"/>
              <a:t>4)</a:t>
            </a:r>
            <a:endParaRPr lang="ko-KR" altLang="en-US" i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C70F3D-0248-DF86-60FD-851961AAB474}"/>
              </a:ext>
            </a:extLst>
          </p:cNvPr>
          <p:cNvSpPr txBox="1"/>
          <p:nvPr/>
        </p:nvSpPr>
        <p:spPr>
          <a:xfrm>
            <a:off x="674255" y="648830"/>
            <a:ext cx="5615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6. </a:t>
            </a:r>
            <a:r>
              <a:rPr lang="ko-KR" altLang="en-US" dirty="0"/>
              <a:t>쿼터 속성 설정</a:t>
            </a:r>
            <a:r>
              <a:rPr lang="en-US" altLang="ko-KR" dirty="0"/>
              <a:t>, </a:t>
            </a:r>
            <a:r>
              <a:rPr lang="ko-KR" altLang="en-US" dirty="0"/>
              <a:t>적용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03FAB84-9441-2D4E-ECD1-0247F251AC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255" y="1018162"/>
            <a:ext cx="7412470" cy="310616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6B6A998-AA33-0D7D-A594-03048B8600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255" y="4410590"/>
            <a:ext cx="4248743" cy="215956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54EF195-24F5-B11E-AA4A-CA4734B81C4B}"/>
              </a:ext>
            </a:extLst>
          </p:cNvPr>
          <p:cNvSpPr txBox="1"/>
          <p:nvPr/>
        </p:nvSpPr>
        <p:spPr>
          <a:xfrm>
            <a:off x="5278870" y="5214427"/>
            <a:ext cx="5615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7. </a:t>
            </a:r>
            <a:r>
              <a:rPr lang="ko-KR" altLang="en-US" dirty="0"/>
              <a:t>자동 마운트 확인</a:t>
            </a:r>
          </a:p>
        </p:txBody>
      </p:sp>
    </p:spTree>
    <p:extLst>
      <p:ext uri="{BB962C8B-B14F-4D97-AF65-F5344CB8AC3E}">
        <p14:creationId xmlns:p14="http://schemas.microsoft.com/office/powerpoint/2010/main" val="41362843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A79C0-EE42-5DFC-73EE-61DC25671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A936E1A-BE93-F2B5-C102-CE287B9AF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9018" y="6387596"/>
            <a:ext cx="2733963" cy="365125"/>
          </a:xfrm>
        </p:spPr>
        <p:txBody>
          <a:bodyPr/>
          <a:lstStyle/>
          <a:p>
            <a:r>
              <a:rPr lang="en-US" altLang="ko-KR" dirty="0"/>
              <a:t>- </a:t>
            </a:r>
            <a:fld id="{990EECEC-F2F9-4D8C-9352-59B5A27A5511}" type="slidenum">
              <a:rPr lang="ko-KR" altLang="en-US" smtClean="0"/>
              <a:pPr/>
              <a:t>19</a:t>
            </a:fld>
            <a:r>
              <a:rPr lang="ko-KR" altLang="en-US" dirty="0"/>
              <a:t> </a:t>
            </a:r>
            <a:r>
              <a:rPr lang="en-US" altLang="ko-KR" dirty="0"/>
              <a:t>-</a:t>
            </a:r>
            <a:r>
              <a:rPr lang="ko-KR" alt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0E4B90-28B9-8F07-4828-5A5F92EFF8A9}"/>
              </a:ext>
            </a:extLst>
          </p:cNvPr>
          <p:cNvSpPr txBox="1"/>
          <p:nvPr/>
        </p:nvSpPr>
        <p:spPr>
          <a:xfrm>
            <a:off x="3380509" y="10527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i="1" dirty="0"/>
              <a:t>서버 엔지니어 산업체 예상 프로젝트 과제 </a:t>
            </a:r>
            <a:r>
              <a:rPr lang="en-US" altLang="ko-KR" i="1" dirty="0"/>
              <a:t>4 (</a:t>
            </a:r>
            <a:r>
              <a:rPr lang="ko-KR" altLang="en-US" i="1" dirty="0"/>
              <a:t>상황 </a:t>
            </a:r>
            <a:r>
              <a:rPr lang="en-US" altLang="ko-KR" i="1" dirty="0"/>
              <a:t>5)</a:t>
            </a:r>
            <a:endParaRPr lang="ko-KR" altLang="en-US" i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1D3721-237D-64BD-724C-AEA6179FEA56}"/>
              </a:ext>
            </a:extLst>
          </p:cNvPr>
          <p:cNvSpPr txBox="1"/>
          <p:nvPr/>
        </p:nvSpPr>
        <p:spPr>
          <a:xfrm>
            <a:off x="674255" y="648830"/>
            <a:ext cx="5615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그룹생성 과 권한 부여</a:t>
            </a:r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44CF53B7-6535-4573-3FC5-43D347A958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719" y="1191817"/>
            <a:ext cx="2820557" cy="186634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34B1344-22DD-51C3-9CC5-AFA19AB13BC0}"/>
              </a:ext>
            </a:extLst>
          </p:cNvPr>
          <p:cNvSpPr txBox="1"/>
          <p:nvPr/>
        </p:nvSpPr>
        <p:spPr>
          <a:xfrm>
            <a:off x="293542" y="3084855"/>
            <a:ext cx="26231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 err="1"/>
              <a:t>groupadd</a:t>
            </a:r>
            <a:r>
              <a:rPr lang="en-US" altLang="ko-KR" sz="900" dirty="0"/>
              <a:t> </a:t>
            </a:r>
            <a:r>
              <a:rPr lang="ko-KR" altLang="en-US" sz="900" dirty="0"/>
              <a:t>명령어로 각 그룹 생성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E07A0B-E810-5860-3255-3ADBB9CD6D63}"/>
              </a:ext>
            </a:extLst>
          </p:cNvPr>
          <p:cNvSpPr txBox="1"/>
          <p:nvPr/>
        </p:nvSpPr>
        <p:spPr>
          <a:xfrm>
            <a:off x="3015384" y="1940887"/>
            <a:ext cx="323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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82079E8-DC4E-EC0E-86FD-1EB59BFC07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8656" y="1288941"/>
            <a:ext cx="2805665" cy="176922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8FFA8F1-9BD1-4517-49A5-85263CEED643}"/>
              </a:ext>
            </a:extLst>
          </p:cNvPr>
          <p:cNvSpPr txBox="1"/>
          <p:nvPr/>
        </p:nvSpPr>
        <p:spPr>
          <a:xfrm>
            <a:off x="3338656" y="3084855"/>
            <a:ext cx="26231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dirty="0"/>
              <a:t>각 계정 상황에 맞게 설정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451C26-1C76-5032-9A80-5E42FC83846D}"/>
              </a:ext>
            </a:extLst>
          </p:cNvPr>
          <p:cNvSpPr txBox="1"/>
          <p:nvPr/>
        </p:nvSpPr>
        <p:spPr>
          <a:xfrm>
            <a:off x="247649" y="3466749"/>
            <a:ext cx="9228859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err="1"/>
              <a:t>sudo</a:t>
            </a:r>
            <a:r>
              <a:rPr lang="en-US" altLang="ko-KR" sz="1600" dirty="0"/>
              <a:t> </a:t>
            </a:r>
            <a:r>
              <a:rPr lang="en-US" altLang="ko-KR" sz="1600" dirty="0" err="1"/>
              <a:t>useradd</a:t>
            </a:r>
            <a:r>
              <a:rPr lang="en-US" altLang="ko-KR" sz="1600" dirty="0"/>
              <a:t> -u 101 -g management -d /</a:t>
            </a:r>
            <a:r>
              <a:rPr lang="en-US" altLang="ko-KR" sz="1600" dirty="0" err="1"/>
              <a:t>quotahome</a:t>
            </a:r>
            <a:r>
              <a:rPr lang="en-US" altLang="ko-KR" sz="1600" dirty="0"/>
              <a:t>/mgt1 -m mgt1</a:t>
            </a:r>
          </a:p>
          <a:p>
            <a:r>
              <a:rPr lang="en-US" altLang="ko-KR" sz="1600" dirty="0" err="1"/>
              <a:t>sudo</a:t>
            </a:r>
            <a:r>
              <a:rPr lang="en-US" altLang="ko-KR" sz="1600" dirty="0"/>
              <a:t> </a:t>
            </a:r>
            <a:r>
              <a:rPr lang="en-US" altLang="ko-KR" sz="1600" dirty="0" err="1"/>
              <a:t>useradd</a:t>
            </a:r>
            <a:r>
              <a:rPr lang="en-US" altLang="ko-KR" sz="1600" dirty="0"/>
              <a:t> -u 102 -g management -d /</a:t>
            </a:r>
            <a:r>
              <a:rPr lang="en-US" altLang="ko-KR" sz="1600" dirty="0" err="1"/>
              <a:t>quotahome</a:t>
            </a:r>
            <a:r>
              <a:rPr lang="en-US" altLang="ko-KR" sz="1600" dirty="0"/>
              <a:t>/mgt2 -e 2026-10-31 -m mgt2</a:t>
            </a:r>
          </a:p>
          <a:p>
            <a:r>
              <a:rPr lang="en-US" altLang="ko-KR" sz="1600" dirty="0" err="1"/>
              <a:t>sudo</a:t>
            </a:r>
            <a:r>
              <a:rPr lang="en-US" altLang="ko-KR" sz="1600" dirty="0"/>
              <a:t> </a:t>
            </a:r>
            <a:r>
              <a:rPr lang="en-US" altLang="ko-KR" sz="1600" dirty="0" err="1"/>
              <a:t>useradd</a:t>
            </a:r>
            <a:r>
              <a:rPr lang="en-US" altLang="ko-KR" sz="1600" dirty="0"/>
              <a:t> -u 103 -g management -d /</a:t>
            </a:r>
            <a:r>
              <a:rPr lang="en-US" altLang="ko-KR" sz="1600" dirty="0" err="1"/>
              <a:t>quotahome</a:t>
            </a:r>
            <a:r>
              <a:rPr lang="en-US" altLang="ko-KR" sz="1600" dirty="0"/>
              <a:t>/mgt3 -s /</a:t>
            </a:r>
            <a:r>
              <a:rPr lang="en-US" altLang="ko-KR" sz="1600" dirty="0" err="1"/>
              <a:t>sbin</a:t>
            </a:r>
            <a:r>
              <a:rPr lang="en-US" altLang="ko-KR" sz="1600" dirty="0"/>
              <a:t>/</a:t>
            </a:r>
            <a:r>
              <a:rPr lang="en-US" altLang="ko-KR" sz="1600" dirty="0" err="1"/>
              <a:t>nologin</a:t>
            </a:r>
            <a:r>
              <a:rPr lang="en-US" altLang="ko-KR" sz="1600" dirty="0"/>
              <a:t> mgt3</a:t>
            </a:r>
          </a:p>
          <a:p>
            <a:endParaRPr lang="en-US" altLang="ko-KR" sz="1600" dirty="0"/>
          </a:p>
          <a:p>
            <a:r>
              <a:rPr lang="en-US" altLang="ko-KR" sz="1600" dirty="0" err="1"/>
              <a:t>sudo</a:t>
            </a:r>
            <a:r>
              <a:rPr lang="en-US" altLang="ko-KR" sz="1600" dirty="0"/>
              <a:t> </a:t>
            </a:r>
            <a:r>
              <a:rPr lang="en-US" altLang="ko-KR" sz="1600" dirty="0" err="1"/>
              <a:t>useradd</a:t>
            </a:r>
            <a:r>
              <a:rPr lang="en-US" altLang="ko-KR" sz="1600" dirty="0"/>
              <a:t> -u 201 -g sale -d /</a:t>
            </a:r>
            <a:r>
              <a:rPr lang="en-US" altLang="ko-KR" sz="1600" dirty="0" err="1"/>
              <a:t>quotahome</a:t>
            </a:r>
            <a:r>
              <a:rPr lang="en-US" altLang="ko-KR" sz="1600" dirty="0"/>
              <a:t>/sale1 -m sale1</a:t>
            </a:r>
          </a:p>
          <a:p>
            <a:r>
              <a:rPr lang="en-US" altLang="ko-KR" sz="1600" dirty="0" err="1"/>
              <a:t>sudo</a:t>
            </a:r>
            <a:r>
              <a:rPr lang="en-US" altLang="ko-KR" sz="1600" dirty="0"/>
              <a:t> </a:t>
            </a:r>
            <a:r>
              <a:rPr lang="en-US" altLang="ko-KR" sz="1600" dirty="0" err="1"/>
              <a:t>useradd</a:t>
            </a:r>
            <a:r>
              <a:rPr lang="en-US" altLang="ko-KR" sz="1600" dirty="0"/>
              <a:t> -u 202 -g sale -d /</a:t>
            </a:r>
            <a:r>
              <a:rPr lang="en-US" altLang="ko-KR" sz="1600" dirty="0" err="1"/>
              <a:t>quotahome</a:t>
            </a:r>
            <a:r>
              <a:rPr lang="en-US" altLang="ko-KR" sz="1600" dirty="0"/>
              <a:t>/sale2 -e 2026-10-31 -m sale2</a:t>
            </a:r>
          </a:p>
          <a:p>
            <a:r>
              <a:rPr lang="en-US" altLang="ko-KR" sz="1600" dirty="0" err="1"/>
              <a:t>sudo</a:t>
            </a:r>
            <a:r>
              <a:rPr lang="en-US" altLang="ko-KR" sz="1600" dirty="0"/>
              <a:t> </a:t>
            </a:r>
            <a:r>
              <a:rPr lang="en-US" altLang="ko-KR" sz="1600" dirty="0" err="1"/>
              <a:t>useradd</a:t>
            </a:r>
            <a:r>
              <a:rPr lang="en-US" altLang="ko-KR" sz="1600" dirty="0"/>
              <a:t> -u 203 -g sale -d /</a:t>
            </a:r>
            <a:r>
              <a:rPr lang="en-US" altLang="ko-KR" sz="1600" dirty="0" err="1"/>
              <a:t>quotahome</a:t>
            </a:r>
            <a:r>
              <a:rPr lang="en-US" altLang="ko-KR" sz="1600" dirty="0"/>
              <a:t>/sale3 -s /</a:t>
            </a:r>
            <a:r>
              <a:rPr lang="en-US" altLang="ko-KR" sz="1600" dirty="0" err="1"/>
              <a:t>sbin</a:t>
            </a:r>
            <a:r>
              <a:rPr lang="en-US" altLang="ko-KR" sz="1600" dirty="0"/>
              <a:t>/</a:t>
            </a:r>
            <a:r>
              <a:rPr lang="en-US" altLang="ko-KR" sz="1600" dirty="0" err="1"/>
              <a:t>nologin</a:t>
            </a:r>
            <a:r>
              <a:rPr lang="en-US" altLang="ko-KR" sz="1600" dirty="0"/>
              <a:t> sale3</a:t>
            </a:r>
          </a:p>
          <a:p>
            <a:endParaRPr lang="en-US" altLang="ko-KR" sz="1600" dirty="0"/>
          </a:p>
          <a:p>
            <a:r>
              <a:rPr lang="en-US" altLang="ko-KR" sz="1600" dirty="0" err="1"/>
              <a:t>sudo</a:t>
            </a:r>
            <a:r>
              <a:rPr lang="en-US" altLang="ko-KR" sz="1600" dirty="0"/>
              <a:t> </a:t>
            </a:r>
            <a:r>
              <a:rPr lang="en-US" altLang="ko-KR" sz="1600" dirty="0" err="1"/>
              <a:t>useradd</a:t>
            </a:r>
            <a:r>
              <a:rPr lang="en-US" altLang="ko-KR" sz="1600" dirty="0"/>
              <a:t> -u 301 -g </a:t>
            </a:r>
            <a:r>
              <a:rPr lang="en-US" altLang="ko-KR" sz="1600" dirty="0" err="1"/>
              <a:t>hrd</a:t>
            </a:r>
            <a:r>
              <a:rPr lang="en-US" altLang="ko-KR" sz="1600" dirty="0"/>
              <a:t> -d /</a:t>
            </a:r>
            <a:r>
              <a:rPr lang="en-US" altLang="ko-KR" sz="1600" dirty="0" err="1"/>
              <a:t>quotahome</a:t>
            </a:r>
            <a:r>
              <a:rPr lang="en-US" altLang="ko-KR" sz="1600" dirty="0"/>
              <a:t>/hrd1 -m hrd1</a:t>
            </a:r>
          </a:p>
          <a:p>
            <a:r>
              <a:rPr lang="en-US" altLang="ko-KR" sz="1600" dirty="0" err="1"/>
              <a:t>sudo</a:t>
            </a:r>
            <a:r>
              <a:rPr lang="en-US" altLang="ko-KR" sz="1600" dirty="0"/>
              <a:t> </a:t>
            </a:r>
            <a:r>
              <a:rPr lang="en-US" altLang="ko-KR" sz="1600" dirty="0" err="1"/>
              <a:t>useradd</a:t>
            </a:r>
            <a:r>
              <a:rPr lang="en-US" altLang="ko-KR" sz="1600" dirty="0"/>
              <a:t> -u 302 -g </a:t>
            </a:r>
            <a:r>
              <a:rPr lang="en-US" altLang="ko-KR" sz="1600" dirty="0" err="1"/>
              <a:t>hrd</a:t>
            </a:r>
            <a:r>
              <a:rPr lang="en-US" altLang="ko-KR" sz="1600" dirty="0"/>
              <a:t> -d /</a:t>
            </a:r>
            <a:r>
              <a:rPr lang="en-US" altLang="ko-KR" sz="1600" dirty="0" err="1"/>
              <a:t>quotahome</a:t>
            </a:r>
            <a:r>
              <a:rPr lang="en-US" altLang="ko-KR" sz="1600" dirty="0"/>
              <a:t>/hrd2 -e 2026-10-31 -m hrd2</a:t>
            </a:r>
          </a:p>
          <a:p>
            <a:r>
              <a:rPr lang="en-US" altLang="ko-KR" sz="1600" dirty="0" err="1"/>
              <a:t>sudo</a:t>
            </a:r>
            <a:r>
              <a:rPr lang="en-US" altLang="ko-KR" sz="1600" dirty="0"/>
              <a:t> </a:t>
            </a:r>
            <a:r>
              <a:rPr lang="en-US" altLang="ko-KR" sz="1600" dirty="0" err="1"/>
              <a:t>useradd</a:t>
            </a:r>
            <a:r>
              <a:rPr lang="en-US" altLang="ko-KR" sz="1600" dirty="0"/>
              <a:t> -u 303 -g </a:t>
            </a:r>
            <a:r>
              <a:rPr lang="en-US" altLang="ko-KR" sz="1600" dirty="0" err="1"/>
              <a:t>hrd</a:t>
            </a:r>
            <a:r>
              <a:rPr lang="en-US" altLang="ko-KR" sz="1600" dirty="0"/>
              <a:t> -d /</a:t>
            </a:r>
            <a:r>
              <a:rPr lang="en-US" altLang="ko-KR" sz="1600" dirty="0" err="1"/>
              <a:t>quotahome</a:t>
            </a:r>
            <a:r>
              <a:rPr lang="en-US" altLang="ko-KR" sz="1600" dirty="0"/>
              <a:t>/hrd3 -s /</a:t>
            </a:r>
            <a:r>
              <a:rPr lang="en-US" altLang="ko-KR" sz="1600" dirty="0" err="1"/>
              <a:t>sbin</a:t>
            </a:r>
            <a:r>
              <a:rPr lang="en-US" altLang="ko-KR" sz="1600" dirty="0"/>
              <a:t>/</a:t>
            </a:r>
            <a:r>
              <a:rPr lang="en-US" altLang="ko-KR" sz="1600" dirty="0" err="1"/>
              <a:t>nologin</a:t>
            </a:r>
            <a:r>
              <a:rPr lang="en-US" altLang="ko-KR" sz="1600" dirty="0"/>
              <a:t> hrd3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6246724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88443-0B83-EAB7-12CD-B9801AEF9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540CF7-8EC9-6736-F791-B8D715851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9018" y="6387596"/>
            <a:ext cx="2733963" cy="365125"/>
          </a:xfrm>
        </p:spPr>
        <p:txBody>
          <a:bodyPr/>
          <a:lstStyle/>
          <a:p>
            <a:r>
              <a:rPr lang="en-US" altLang="ko-KR" dirty="0"/>
              <a:t>- </a:t>
            </a:r>
            <a:fld id="{990EECEC-F2F9-4D8C-9352-59B5A27A5511}" type="slidenum">
              <a:rPr lang="ko-KR" altLang="en-US" smtClean="0"/>
              <a:pPr/>
              <a:t>20</a:t>
            </a:fld>
            <a:r>
              <a:rPr lang="ko-KR" altLang="en-US" dirty="0"/>
              <a:t> </a:t>
            </a:r>
            <a:r>
              <a:rPr lang="en-US" altLang="ko-KR" dirty="0"/>
              <a:t>-</a:t>
            </a:r>
            <a:r>
              <a:rPr lang="ko-KR" alt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D0DF55-1527-0F71-6080-36CC4327EA85}"/>
              </a:ext>
            </a:extLst>
          </p:cNvPr>
          <p:cNvSpPr txBox="1"/>
          <p:nvPr/>
        </p:nvSpPr>
        <p:spPr>
          <a:xfrm>
            <a:off x="3380509" y="10527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i="1" dirty="0"/>
              <a:t>서버 엔지니어 산업체 예상 프로젝트 과제 </a:t>
            </a:r>
            <a:r>
              <a:rPr lang="en-US" altLang="ko-KR" i="1" dirty="0"/>
              <a:t>4 (</a:t>
            </a:r>
            <a:r>
              <a:rPr lang="ko-KR" altLang="en-US" i="1" dirty="0"/>
              <a:t>상황 </a:t>
            </a:r>
            <a:r>
              <a:rPr lang="en-US" altLang="ko-KR" i="1" dirty="0"/>
              <a:t>5)</a:t>
            </a:r>
            <a:endParaRPr lang="ko-KR" altLang="en-US" i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E28B02-D8F6-D0B6-FB55-FE95864342A9}"/>
              </a:ext>
            </a:extLst>
          </p:cNvPr>
          <p:cNvSpPr txBox="1"/>
          <p:nvPr/>
        </p:nvSpPr>
        <p:spPr>
          <a:xfrm>
            <a:off x="674255" y="648830"/>
            <a:ext cx="5615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특정 사용자 </a:t>
            </a:r>
            <a:r>
              <a:rPr lang="en-US" altLang="ko-KR" dirty="0"/>
              <a:t>Quota </a:t>
            </a:r>
            <a:r>
              <a:rPr lang="ko-KR" altLang="en-US" dirty="0"/>
              <a:t>설정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F2FB8008-D1A5-0AC7-F622-857D9BA7F5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719" y="1288941"/>
            <a:ext cx="2805665" cy="17692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C9DE284-A630-4A07-3D0B-96FDB5952CEC}"/>
              </a:ext>
            </a:extLst>
          </p:cNvPr>
          <p:cNvSpPr txBox="1"/>
          <p:nvPr/>
        </p:nvSpPr>
        <p:spPr>
          <a:xfrm>
            <a:off x="293542" y="3084855"/>
            <a:ext cx="26231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/>
              <a:t>quota</a:t>
            </a:r>
            <a:r>
              <a:rPr lang="ko-KR" altLang="en-US" sz="900" dirty="0"/>
              <a:t>설치 확인 및 설치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9EDAD8-6B07-7CB2-A96C-1B8B796AA51E}"/>
              </a:ext>
            </a:extLst>
          </p:cNvPr>
          <p:cNvSpPr txBox="1"/>
          <p:nvPr/>
        </p:nvSpPr>
        <p:spPr>
          <a:xfrm>
            <a:off x="3015384" y="1940887"/>
            <a:ext cx="323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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A456C81-2730-B057-90FA-5C72468C40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6185" y="1192382"/>
            <a:ext cx="2805665" cy="186578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2BA788A-4C40-D079-D415-E7A002E2BFAA}"/>
              </a:ext>
            </a:extLst>
          </p:cNvPr>
          <p:cNvSpPr txBox="1"/>
          <p:nvPr/>
        </p:nvSpPr>
        <p:spPr>
          <a:xfrm>
            <a:off x="3338656" y="3084855"/>
            <a:ext cx="26231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/>
              <a:t>Quota </a:t>
            </a:r>
            <a:r>
              <a:rPr lang="ko-KR" altLang="en-US" sz="900" dirty="0"/>
              <a:t>데이터 베이스 파일 생성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24B209-63F1-8365-17C2-D3168FFB1E5A}"/>
              </a:ext>
            </a:extLst>
          </p:cNvPr>
          <p:cNvSpPr txBox="1"/>
          <p:nvPr/>
        </p:nvSpPr>
        <p:spPr>
          <a:xfrm>
            <a:off x="6095999" y="1940887"/>
            <a:ext cx="323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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B2C204-D704-D3C3-0682-7058B2F6ADDE}"/>
              </a:ext>
            </a:extLst>
          </p:cNvPr>
          <p:cNvSpPr txBox="1"/>
          <p:nvPr/>
        </p:nvSpPr>
        <p:spPr>
          <a:xfrm>
            <a:off x="6383770" y="3084855"/>
            <a:ext cx="26231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/>
              <a:t>Quota </a:t>
            </a:r>
            <a:r>
              <a:rPr lang="ko-KR" altLang="en-US" sz="900" dirty="0"/>
              <a:t>활성화 후 확인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D3FA0185-8D19-F910-A0B9-97164A2C9A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6335" y="1181527"/>
            <a:ext cx="2805665" cy="186578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F94FBDE-2BF0-90A9-7AB1-B3223EB22551}"/>
              </a:ext>
            </a:extLst>
          </p:cNvPr>
          <p:cNvSpPr txBox="1"/>
          <p:nvPr/>
        </p:nvSpPr>
        <p:spPr>
          <a:xfrm>
            <a:off x="9061616" y="1940887"/>
            <a:ext cx="323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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FB54063-03B7-234A-8B09-4B3AA4A83D68}"/>
              </a:ext>
            </a:extLst>
          </p:cNvPr>
          <p:cNvSpPr txBox="1"/>
          <p:nvPr/>
        </p:nvSpPr>
        <p:spPr>
          <a:xfrm>
            <a:off x="9476509" y="3084855"/>
            <a:ext cx="26231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 err="1"/>
              <a:t>sudo</a:t>
            </a:r>
            <a:r>
              <a:rPr lang="en-US" altLang="ko-KR" sz="900" dirty="0"/>
              <a:t> </a:t>
            </a:r>
            <a:r>
              <a:rPr lang="en-US" altLang="ko-KR" sz="900" dirty="0" err="1"/>
              <a:t>edquota</a:t>
            </a:r>
            <a:r>
              <a:rPr lang="en-US" altLang="ko-KR" sz="900" dirty="0"/>
              <a:t> -u </a:t>
            </a:r>
            <a:r>
              <a:rPr lang="ko-KR" altLang="en-US" sz="900" dirty="0"/>
              <a:t>명령어로 블록제한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75358D2F-B8C6-E970-8A31-6743D8FF96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3770" y="1181527"/>
            <a:ext cx="2792844" cy="1854925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0484201F-4667-1398-497A-4A3C9B6E49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1801" y="3542314"/>
            <a:ext cx="5487166" cy="2476846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AEA8FC79-6996-9FB5-1088-2A3D4EE4D6E3}"/>
              </a:ext>
            </a:extLst>
          </p:cNvPr>
          <p:cNvSpPr txBox="1"/>
          <p:nvPr/>
        </p:nvSpPr>
        <p:spPr>
          <a:xfrm>
            <a:off x="5758967" y="3684123"/>
            <a:ext cx="634066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/>
              <a:t>Management </a:t>
            </a:r>
            <a:r>
              <a:rPr lang="ko-KR" altLang="en-US" sz="1600" dirty="0"/>
              <a:t>그룹의 유저 </a:t>
            </a:r>
            <a:r>
              <a:rPr lang="en-US" altLang="ko-KR" sz="1600" dirty="0"/>
              <a:t>1(</a:t>
            </a:r>
            <a:r>
              <a:rPr lang="en-US" altLang="ko-KR" sz="1600" dirty="0" err="1"/>
              <a:t>uid</a:t>
            </a:r>
            <a:r>
              <a:rPr lang="en-US" altLang="ko-KR" sz="1600" dirty="0"/>
              <a:t> 101) : </a:t>
            </a:r>
            <a:r>
              <a:rPr lang="ko-KR" altLang="en-US" sz="1600" dirty="0"/>
              <a:t>블록 제한을 통한 </a:t>
            </a:r>
            <a:r>
              <a:rPr lang="en-US" altLang="ko-KR" sz="1600" dirty="0"/>
              <a:t>soft </a:t>
            </a:r>
            <a:r>
              <a:rPr lang="ko-KR" altLang="en-US" sz="1600" dirty="0"/>
              <a:t>제한 </a:t>
            </a:r>
            <a:r>
              <a:rPr lang="en-US" altLang="ko-KR" sz="1600" dirty="0"/>
              <a:t>10MB, hard </a:t>
            </a:r>
            <a:r>
              <a:rPr lang="ko-KR" altLang="en-US" sz="1600" dirty="0"/>
              <a:t>제한 </a:t>
            </a:r>
            <a:r>
              <a:rPr lang="en-US" altLang="ko-KR" sz="1600" dirty="0"/>
              <a:t>10MB </a:t>
            </a:r>
          </a:p>
          <a:p>
            <a:pPr algn="ctr"/>
            <a:endParaRPr lang="en-US" altLang="ko-KR" sz="1600" dirty="0"/>
          </a:p>
          <a:p>
            <a:pPr algn="ctr"/>
            <a:r>
              <a:rPr lang="en-US" altLang="ko-KR" sz="1600" dirty="0"/>
              <a:t>Sales </a:t>
            </a:r>
            <a:r>
              <a:rPr lang="ko-KR" altLang="en-US" sz="1600" dirty="0"/>
              <a:t>그룹의 유저 </a:t>
            </a:r>
            <a:r>
              <a:rPr lang="en-US" altLang="ko-KR" sz="1600" dirty="0"/>
              <a:t>1(</a:t>
            </a:r>
            <a:r>
              <a:rPr lang="en-US" altLang="ko-KR" sz="1600" dirty="0" err="1"/>
              <a:t>uid</a:t>
            </a:r>
            <a:r>
              <a:rPr lang="en-US" altLang="ko-KR" sz="1600" dirty="0"/>
              <a:t> 201) : </a:t>
            </a:r>
            <a:r>
              <a:rPr lang="ko-KR" altLang="en-US" sz="1600" dirty="0"/>
              <a:t>블록 제한을 통한 </a:t>
            </a:r>
            <a:r>
              <a:rPr lang="en-US" altLang="ko-KR" sz="1600" dirty="0"/>
              <a:t>soft </a:t>
            </a:r>
            <a:r>
              <a:rPr lang="ko-KR" altLang="en-US" sz="1600" dirty="0"/>
              <a:t>제한 </a:t>
            </a:r>
            <a:r>
              <a:rPr lang="en-US" altLang="ko-KR" sz="1600" dirty="0"/>
              <a:t>25MB, hard </a:t>
            </a:r>
            <a:r>
              <a:rPr lang="ko-KR" altLang="en-US" sz="1600" dirty="0"/>
              <a:t>제한 </a:t>
            </a:r>
            <a:r>
              <a:rPr lang="en-US" altLang="ko-KR" sz="1600" dirty="0"/>
              <a:t>50MB</a:t>
            </a:r>
          </a:p>
          <a:p>
            <a:pPr algn="ctr"/>
            <a:endParaRPr lang="en-US" altLang="ko-KR" sz="1600" dirty="0"/>
          </a:p>
          <a:p>
            <a:pPr algn="ctr"/>
            <a:r>
              <a:rPr lang="en-US" altLang="ko-KR" sz="1600" dirty="0"/>
              <a:t> HRD </a:t>
            </a:r>
            <a:r>
              <a:rPr lang="ko-KR" altLang="en-US" sz="1600" dirty="0"/>
              <a:t>그룹의 유저 </a:t>
            </a:r>
            <a:r>
              <a:rPr lang="en-US" altLang="ko-KR" sz="1600" dirty="0"/>
              <a:t>1(</a:t>
            </a:r>
            <a:r>
              <a:rPr lang="en-US" altLang="ko-KR" sz="1600" dirty="0" err="1"/>
              <a:t>uid</a:t>
            </a:r>
            <a:r>
              <a:rPr lang="en-US" altLang="ko-KR" sz="1600" dirty="0"/>
              <a:t> 301) : </a:t>
            </a:r>
            <a:r>
              <a:rPr lang="en-US" altLang="ko-KR" sz="1600" dirty="0" err="1"/>
              <a:t>inode</a:t>
            </a:r>
            <a:r>
              <a:rPr lang="en-US" altLang="ko-KR" sz="1600" dirty="0"/>
              <a:t> </a:t>
            </a:r>
            <a:r>
              <a:rPr lang="ko-KR" altLang="en-US" sz="1600" dirty="0"/>
              <a:t>개수 제한을 통한 </a:t>
            </a:r>
            <a:r>
              <a:rPr lang="en-US" altLang="ko-KR" sz="1600" dirty="0"/>
              <a:t>soft </a:t>
            </a:r>
            <a:r>
              <a:rPr lang="ko-KR" altLang="en-US" sz="1600" dirty="0"/>
              <a:t>제한 </a:t>
            </a:r>
            <a:r>
              <a:rPr lang="en-US" altLang="ko-KR" sz="1600" dirty="0"/>
              <a:t>50</a:t>
            </a:r>
            <a:r>
              <a:rPr lang="ko-KR" altLang="en-US" sz="1600" dirty="0"/>
              <a:t>개</a:t>
            </a:r>
            <a:r>
              <a:rPr lang="en-US" altLang="ko-KR" sz="1600" dirty="0"/>
              <a:t>, hard </a:t>
            </a:r>
            <a:r>
              <a:rPr lang="ko-KR" altLang="en-US" sz="1600" dirty="0"/>
              <a:t>제한 </a:t>
            </a:r>
            <a:r>
              <a:rPr lang="en-US" altLang="ko-KR" sz="1600" dirty="0"/>
              <a:t>100</a:t>
            </a:r>
            <a:r>
              <a:rPr lang="ko-KR" altLang="en-US" sz="1600" dirty="0"/>
              <a:t>개</a:t>
            </a:r>
          </a:p>
        </p:txBody>
      </p:sp>
    </p:spTree>
    <p:extLst>
      <p:ext uri="{BB962C8B-B14F-4D97-AF65-F5344CB8AC3E}">
        <p14:creationId xmlns:p14="http://schemas.microsoft.com/office/powerpoint/2010/main" val="365355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08D9E-BB47-5BD2-E09E-2AD132EBC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EB7679-3DCF-90A5-C9DF-163EFE212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9018" y="6387596"/>
            <a:ext cx="2733963" cy="365125"/>
          </a:xfrm>
        </p:spPr>
        <p:txBody>
          <a:bodyPr/>
          <a:lstStyle/>
          <a:p>
            <a:r>
              <a:rPr lang="en-US" altLang="ko-KR" dirty="0"/>
              <a:t>- </a:t>
            </a:r>
            <a:fld id="{990EECEC-F2F9-4D8C-9352-59B5A27A5511}" type="slidenum">
              <a:rPr lang="ko-KR" altLang="en-US" smtClean="0"/>
              <a:pPr/>
              <a:t>21</a:t>
            </a:fld>
            <a:r>
              <a:rPr lang="ko-KR" altLang="en-US" dirty="0"/>
              <a:t> </a:t>
            </a:r>
            <a:r>
              <a:rPr lang="en-US" altLang="ko-KR" dirty="0"/>
              <a:t>-</a:t>
            </a:r>
            <a:r>
              <a:rPr lang="ko-KR" alt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5AB735-0665-E9F8-5176-37F40E26EE2D}"/>
              </a:ext>
            </a:extLst>
          </p:cNvPr>
          <p:cNvSpPr txBox="1"/>
          <p:nvPr/>
        </p:nvSpPr>
        <p:spPr>
          <a:xfrm>
            <a:off x="3380509" y="10527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i="1" dirty="0"/>
              <a:t>서버 엔지니어 산업체 예상 프로젝트 과제 </a:t>
            </a:r>
            <a:r>
              <a:rPr lang="en-US" altLang="ko-KR" i="1" dirty="0"/>
              <a:t>5</a:t>
            </a:r>
            <a:endParaRPr lang="ko-KR" altLang="en-US" i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BD5D42-D6CE-46F4-63F8-793E37087374}"/>
              </a:ext>
            </a:extLst>
          </p:cNvPr>
          <p:cNvSpPr txBox="1"/>
          <p:nvPr/>
        </p:nvSpPr>
        <p:spPr>
          <a:xfrm>
            <a:off x="674255" y="648830"/>
            <a:ext cx="83840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리포지터리</a:t>
            </a:r>
            <a:r>
              <a:rPr lang="ko-KR" altLang="en-US" dirty="0"/>
              <a:t> </a:t>
            </a:r>
            <a:r>
              <a:rPr lang="en-US" altLang="ko-KR" dirty="0"/>
              <a:t>(Rocky Linux 10.1(</a:t>
            </a:r>
            <a:r>
              <a:rPr lang="ko-KR" altLang="en-US" dirty="0"/>
              <a:t>서버</a:t>
            </a:r>
            <a:r>
              <a:rPr lang="en-US" altLang="ko-KR" dirty="0"/>
              <a:t>) &lt; -&gt; 9.7(</a:t>
            </a:r>
            <a:r>
              <a:rPr lang="ko-KR" altLang="en-US" dirty="0"/>
              <a:t>클라이언트</a:t>
            </a:r>
            <a:r>
              <a:rPr lang="en-US" altLang="ko-KR" dirty="0"/>
              <a:t>))</a:t>
            </a:r>
          </a:p>
          <a:p>
            <a:r>
              <a:rPr lang="en-US" altLang="ko-KR" dirty="0"/>
              <a:t>     1. </a:t>
            </a:r>
            <a:r>
              <a:rPr lang="ko-KR" altLang="en-US" dirty="0"/>
              <a:t>신뢰할 수 있는 서버 구성</a:t>
            </a:r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F459371-89BE-0D95-7FC4-0F24CBF8B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255" y="1295161"/>
            <a:ext cx="5153744" cy="393437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921BAA8-FB4A-58B9-6B20-FEA0DF304C71}"/>
              </a:ext>
            </a:extLst>
          </p:cNvPr>
          <p:cNvSpPr txBox="1"/>
          <p:nvPr/>
        </p:nvSpPr>
        <p:spPr>
          <a:xfrm>
            <a:off x="1008349" y="5254567"/>
            <a:ext cx="4819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Rocky10</a:t>
            </a:r>
            <a:r>
              <a:rPr lang="ko-KR" altLang="en-US" dirty="0"/>
              <a:t>서버 </a:t>
            </a:r>
            <a:r>
              <a:rPr lang="en-US" altLang="ko-KR" dirty="0" err="1"/>
              <a:t>hhtpd</a:t>
            </a:r>
            <a:r>
              <a:rPr lang="ko-KR" altLang="en-US" dirty="0"/>
              <a:t> 설치 확인 및 설치 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95486CD-7B6A-CBFC-3BDA-041D97912D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376" y="1295161"/>
            <a:ext cx="5715798" cy="393437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6DB3F11-E2A2-3E1D-9B6C-CB1A0A1D6E30}"/>
              </a:ext>
            </a:extLst>
          </p:cNvPr>
          <p:cNvSpPr txBox="1"/>
          <p:nvPr/>
        </p:nvSpPr>
        <p:spPr>
          <a:xfrm>
            <a:off x="6648450" y="5254567"/>
            <a:ext cx="4819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Status</a:t>
            </a:r>
            <a:r>
              <a:rPr lang="ko-KR" altLang="en-US" dirty="0"/>
              <a:t>로 </a:t>
            </a:r>
            <a:r>
              <a:rPr lang="en-US" altLang="ko-KR" dirty="0"/>
              <a:t>httpd</a:t>
            </a:r>
            <a:r>
              <a:rPr lang="ko-KR" altLang="en-US" dirty="0"/>
              <a:t>가 활성화 되어있는지 확인</a:t>
            </a:r>
          </a:p>
        </p:txBody>
      </p:sp>
    </p:spTree>
    <p:extLst>
      <p:ext uri="{BB962C8B-B14F-4D97-AF65-F5344CB8AC3E}">
        <p14:creationId xmlns:p14="http://schemas.microsoft.com/office/powerpoint/2010/main" val="5604536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61665-98FA-FBB9-83B3-0889BFCE8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FB41536-B0AC-CDFD-2B02-2E53A64A1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9018" y="6387596"/>
            <a:ext cx="2733963" cy="365125"/>
          </a:xfrm>
        </p:spPr>
        <p:txBody>
          <a:bodyPr/>
          <a:lstStyle/>
          <a:p>
            <a:r>
              <a:rPr lang="en-US" altLang="ko-KR" dirty="0"/>
              <a:t>- </a:t>
            </a:r>
            <a:fld id="{990EECEC-F2F9-4D8C-9352-59B5A27A5511}" type="slidenum">
              <a:rPr lang="ko-KR" altLang="en-US" smtClean="0"/>
              <a:pPr/>
              <a:t>22</a:t>
            </a:fld>
            <a:r>
              <a:rPr lang="ko-KR" altLang="en-US" dirty="0"/>
              <a:t> </a:t>
            </a:r>
            <a:r>
              <a:rPr lang="en-US" altLang="ko-KR" dirty="0"/>
              <a:t>-</a:t>
            </a:r>
            <a:r>
              <a:rPr lang="ko-KR" alt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3DE8A6-B92D-07A6-CABA-5E30FB0A1BC6}"/>
              </a:ext>
            </a:extLst>
          </p:cNvPr>
          <p:cNvSpPr txBox="1"/>
          <p:nvPr/>
        </p:nvSpPr>
        <p:spPr>
          <a:xfrm>
            <a:off x="3380509" y="10527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i="1" dirty="0"/>
              <a:t>서버 엔지니어 산업체 예상 프로젝트 과제 </a:t>
            </a:r>
            <a:r>
              <a:rPr lang="en-US" altLang="ko-KR" i="1" dirty="0"/>
              <a:t>5</a:t>
            </a:r>
            <a:endParaRPr lang="ko-KR" altLang="en-US" i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746E20-9EA5-0D17-7948-AED39787FAAC}"/>
              </a:ext>
            </a:extLst>
          </p:cNvPr>
          <p:cNvSpPr txBox="1"/>
          <p:nvPr/>
        </p:nvSpPr>
        <p:spPr>
          <a:xfrm>
            <a:off x="674255" y="648830"/>
            <a:ext cx="8384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1-1. </a:t>
            </a:r>
            <a:r>
              <a:rPr lang="ko-KR" altLang="en-US" dirty="0"/>
              <a:t>신뢰할 수 있는 서버 구성 </a:t>
            </a:r>
            <a:r>
              <a:rPr lang="en-US" altLang="ko-KR" dirty="0"/>
              <a:t>(</a:t>
            </a:r>
            <a:r>
              <a:rPr lang="ko-KR" altLang="en-US" dirty="0"/>
              <a:t>코드</a:t>
            </a:r>
            <a:r>
              <a:rPr lang="en-US" altLang="ko-KR" dirty="0"/>
              <a:t>) 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899B9E-1938-FC72-7197-0686E431C042}"/>
              </a:ext>
            </a:extLst>
          </p:cNvPr>
          <p:cNvSpPr txBox="1"/>
          <p:nvPr/>
        </p:nvSpPr>
        <p:spPr>
          <a:xfrm>
            <a:off x="5708204" y="1690061"/>
            <a:ext cx="6329363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설치 확인</a:t>
            </a:r>
            <a:endParaRPr lang="en-US" altLang="ko-KR" sz="1000" dirty="0"/>
          </a:p>
          <a:p>
            <a:r>
              <a:rPr lang="en-US" altLang="ko-KR" sz="1000" dirty="0"/>
              <a:t>rpm –</a:t>
            </a:r>
            <a:r>
              <a:rPr lang="en-US" altLang="ko-KR" sz="1000" dirty="0" err="1"/>
              <a:t>qa</a:t>
            </a:r>
            <a:r>
              <a:rPr lang="en-US" altLang="ko-KR" sz="1000" dirty="0"/>
              <a:t> | grep httpd</a:t>
            </a:r>
          </a:p>
          <a:p>
            <a:endParaRPr lang="en-US" altLang="ko-KR" sz="1000" dirty="0"/>
          </a:p>
          <a:p>
            <a:r>
              <a:rPr lang="ko-KR" altLang="en-US" sz="1000" dirty="0"/>
              <a:t>설치 </a:t>
            </a:r>
            <a:endParaRPr lang="en-US" altLang="ko-KR" sz="1000" dirty="0"/>
          </a:p>
          <a:p>
            <a:r>
              <a:rPr lang="en-US" altLang="ko-KR" sz="1000" dirty="0" err="1"/>
              <a:t>dnf</a:t>
            </a:r>
            <a:r>
              <a:rPr lang="ko-KR" altLang="en-US" sz="1000" dirty="0"/>
              <a:t> </a:t>
            </a:r>
            <a:r>
              <a:rPr lang="en-US" altLang="ko-KR" sz="1000" dirty="0"/>
              <a:t>-y install httpd</a:t>
            </a:r>
          </a:p>
          <a:p>
            <a:endParaRPr lang="en-US" altLang="ko-KR" sz="1000" dirty="0"/>
          </a:p>
          <a:p>
            <a:r>
              <a:rPr lang="ko-KR" altLang="en-US" sz="1000" dirty="0"/>
              <a:t>웹서버 가동 및 적용 </a:t>
            </a:r>
            <a:endParaRPr lang="en-US" altLang="ko-KR" sz="1000" dirty="0"/>
          </a:p>
          <a:p>
            <a:endParaRPr lang="en-US" altLang="ko-KR" sz="1000" dirty="0"/>
          </a:p>
          <a:p>
            <a:r>
              <a:rPr lang="en-US" altLang="ko-KR" sz="1000" dirty="0" err="1"/>
              <a:t>systemctl</a:t>
            </a:r>
            <a:r>
              <a:rPr lang="en-US" altLang="ko-KR" sz="1000" dirty="0"/>
              <a:t> start httpd</a:t>
            </a:r>
          </a:p>
          <a:p>
            <a:r>
              <a:rPr lang="en-US" altLang="ko-KR" sz="1000" dirty="0" err="1"/>
              <a:t>systemctl</a:t>
            </a:r>
            <a:r>
              <a:rPr lang="en-US" altLang="ko-KR" sz="1000" dirty="0"/>
              <a:t> enable httpd</a:t>
            </a:r>
          </a:p>
          <a:p>
            <a:endParaRPr lang="en-US" altLang="ko-KR" sz="1000" dirty="0"/>
          </a:p>
          <a:p>
            <a:r>
              <a:rPr lang="ko-KR" altLang="en-US" sz="1000" dirty="0"/>
              <a:t>방화벽 해제</a:t>
            </a:r>
            <a:endParaRPr lang="en-US" altLang="ko-KR" sz="1000" dirty="0"/>
          </a:p>
          <a:p>
            <a:r>
              <a:rPr lang="en-US" altLang="ko-KR" sz="1000" dirty="0"/>
              <a:t>firewall-</a:t>
            </a:r>
            <a:r>
              <a:rPr lang="en-US" altLang="ko-KR" sz="1000" dirty="0" err="1"/>
              <a:t>cmd</a:t>
            </a:r>
            <a:r>
              <a:rPr lang="en-US" altLang="ko-KR" sz="1000" dirty="0"/>
              <a:t> --add-service=http</a:t>
            </a:r>
          </a:p>
          <a:p>
            <a:endParaRPr lang="en-US" altLang="ko-KR" sz="1000" dirty="0"/>
          </a:p>
          <a:p>
            <a:r>
              <a:rPr lang="ko-KR" altLang="en-US" sz="1000" dirty="0"/>
              <a:t>로컬 저장소</a:t>
            </a:r>
            <a:r>
              <a:rPr lang="en-US" altLang="ko-KR" sz="1000" dirty="0"/>
              <a:t>(Repository)</a:t>
            </a:r>
            <a:r>
              <a:rPr lang="ko-KR" altLang="en-US" sz="1000" dirty="0"/>
              <a:t>를 만들고 관리하는 데 필요한 도구들을 설치</a:t>
            </a:r>
          </a:p>
          <a:p>
            <a:r>
              <a:rPr lang="en-US" altLang="ko-KR" sz="1000" dirty="0" err="1"/>
              <a:t>dnf</a:t>
            </a:r>
            <a:r>
              <a:rPr lang="en-US" altLang="ko-KR" sz="1000" dirty="0"/>
              <a:t> -y install </a:t>
            </a:r>
            <a:r>
              <a:rPr lang="en-US" altLang="ko-KR" sz="1000" dirty="0" err="1"/>
              <a:t>createrepo</a:t>
            </a:r>
            <a:r>
              <a:rPr lang="en-US" altLang="ko-KR" sz="1000" dirty="0"/>
              <a:t> yum-utils</a:t>
            </a:r>
          </a:p>
          <a:p>
            <a:endParaRPr lang="en-US" altLang="ko-KR" sz="1000" dirty="0"/>
          </a:p>
          <a:p>
            <a:r>
              <a:rPr lang="en-US" altLang="ko-KR" sz="1000" dirty="0" err="1"/>
              <a:t>baseos</a:t>
            </a:r>
            <a:r>
              <a:rPr lang="en-US" altLang="ko-KR" sz="1000" dirty="0"/>
              <a:t> </a:t>
            </a:r>
            <a:r>
              <a:rPr lang="ko-KR" altLang="en-US" sz="1000" dirty="0" err="1"/>
              <a:t>리포지터리에</a:t>
            </a:r>
            <a:r>
              <a:rPr lang="ko-KR" altLang="en-US" sz="1000" dirty="0"/>
              <a:t> 대해 최신 버전으로 메타데이터와 함께 패키지를 </a:t>
            </a:r>
            <a:r>
              <a:rPr lang="en-US" altLang="ko-KR" sz="1000" dirty="0"/>
              <a:t>/var/www/html/repo</a:t>
            </a:r>
            <a:r>
              <a:rPr lang="ko-KR" altLang="en-US" sz="1000" dirty="0"/>
              <a:t>에 다운로드</a:t>
            </a:r>
            <a:endParaRPr lang="en-US" altLang="ko-KR" sz="1000" dirty="0"/>
          </a:p>
          <a:p>
            <a:endParaRPr lang="ko-KR" altLang="en-US" sz="1000" dirty="0"/>
          </a:p>
          <a:p>
            <a:r>
              <a:rPr lang="en-US" altLang="ko-KR" sz="1000" dirty="0" err="1"/>
              <a:t>reposync</a:t>
            </a:r>
            <a:r>
              <a:rPr lang="en-US" altLang="ko-KR" sz="1000" dirty="0"/>
              <a:t> --</a:t>
            </a:r>
            <a:r>
              <a:rPr lang="en-US" altLang="ko-KR" sz="1000" dirty="0" err="1"/>
              <a:t>repoid</a:t>
            </a:r>
            <a:r>
              <a:rPr lang="en-US" altLang="ko-KR" sz="1000" dirty="0"/>
              <a:t>=</a:t>
            </a:r>
            <a:r>
              <a:rPr lang="en-US" altLang="ko-KR" sz="1000" dirty="0" err="1"/>
              <a:t>baseos</a:t>
            </a:r>
            <a:r>
              <a:rPr lang="en-US" altLang="ko-KR" sz="1000" dirty="0"/>
              <a:t> --newest-only -m -p /var/www/html/repo</a:t>
            </a:r>
          </a:p>
          <a:p>
            <a:r>
              <a:rPr lang="ko-KR" altLang="en-US" sz="1000" dirty="0" err="1"/>
              <a:t>리포지터리에</a:t>
            </a:r>
            <a:r>
              <a:rPr lang="ko-KR" altLang="en-US" sz="1000" dirty="0"/>
              <a:t> 대한 메타데이터를 구축</a:t>
            </a:r>
            <a:endParaRPr lang="en-US" altLang="ko-KR" sz="1000" dirty="0"/>
          </a:p>
          <a:p>
            <a:endParaRPr lang="ko-KR" altLang="en-US" sz="1000" dirty="0"/>
          </a:p>
          <a:p>
            <a:r>
              <a:rPr lang="en-US" altLang="ko-KR" sz="1000" dirty="0" err="1"/>
              <a:t>createrepo</a:t>
            </a:r>
            <a:r>
              <a:rPr lang="en-US" altLang="ko-KR" sz="1000" dirty="0"/>
              <a:t> -g comps.xml /var/www/html/repo/</a:t>
            </a:r>
            <a:r>
              <a:rPr lang="en-US" altLang="ko-KR" sz="1000" dirty="0" err="1"/>
              <a:t>baseos</a:t>
            </a:r>
            <a:endParaRPr lang="ko-KR" altLang="en-US" sz="10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D27701D-D97D-3115-E39E-0F05820D8B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31" y="1146511"/>
            <a:ext cx="5051370" cy="267301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F85B323-1F54-600F-59EE-5187EB2B0C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433" y="3883349"/>
            <a:ext cx="5125165" cy="2876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1671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C4017-7AD1-351B-AA77-197A87E89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88713EE-9B04-C910-ABD6-65A0895A6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9018" y="6387596"/>
            <a:ext cx="2733963" cy="365125"/>
          </a:xfrm>
        </p:spPr>
        <p:txBody>
          <a:bodyPr/>
          <a:lstStyle/>
          <a:p>
            <a:r>
              <a:rPr lang="en-US" altLang="ko-KR" dirty="0"/>
              <a:t>- </a:t>
            </a:r>
            <a:fld id="{990EECEC-F2F9-4D8C-9352-59B5A27A5511}" type="slidenum">
              <a:rPr lang="ko-KR" altLang="en-US" smtClean="0"/>
              <a:pPr/>
              <a:t>23</a:t>
            </a:fld>
            <a:r>
              <a:rPr lang="ko-KR" altLang="en-US" dirty="0"/>
              <a:t> </a:t>
            </a:r>
            <a:r>
              <a:rPr lang="en-US" altLang="ko-KR" dirty="0"/>
              <a:t>-</a:t>
            </a:r>
            <a:r>
              <a:rPr lang="ko-KR" alt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4EE1FF-A741-1883-D72D-6095768C3FAE}"/>
              </a:ext>
            </a:extLst>
          </p:cNvPr>
          <p:cNvSpPr txBox="1"/>
          <p:nvPr/>
        </p:nvSpPr>
        <p:spPr>
          <a:xfrm>
            <a:off x="3380509" y="10527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i="1" dirty="0"/>
              <a:t>서버 엔지니어 산업체 예상 프로젝트 과제 </a:t>
            </a:r>
            <a:r>
              <a:rPr lang="en-US" altLang="ko-KR" i="1" dirty="0"/>
              <a:t>5</a:t>
            </a:r>
            <a:endParaRPr lang="ko-KR" altLang="en-US" i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A8824E-1F07-2A0C-AC59-73E699F7182F}"/>
              </a:ext>
            </a:extLst>
          </p:cNvPr>
          <p:cNvSpPr txBox="1"/>
          <p:nvPr/>
        </p:nvSpPr>
        <p:spPr>
          <a:xfrm>
            <a:off x="674255" y="648830"/>
            <a:ext cx="5615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2. </a:t>
            </a:r>
            <a:r>
              <a:rPr lang="ko-KR" altLang="en-US" dirty="0"/>
              <a:t>클라이언트 </a:t>
            </a:r>
            <a:r>
              <a:rPr lang="en-US" altLang="ko-KR" dirty="0"/>
              <a:t>Rocky 9.7 DVD</a:t>
            </a:r>
            <a:r>
              <a:rPr lang="ko-KR" altLang="en-US" dirty="0"/>
              <a:t> </a:t>
            </a:r>
            <a:r>
              <a:rPr lang="ko-KR" altLang="en-US" dirty="0" err="1"/>
              <a:t>자동마운트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E0AA1BC-E057-9267-6417-C4C2CED1DC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447" y="1104595"/>
            <a:ext cx="5363323" cy="436305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122846D-AC6B-9D1F-E922-2C244A78AF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5268" y="1504700"/>
            <a:ext cx="5592041" cy="3562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4892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87FE0-CAD4-9CDA-00AF-BC204B872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9499DB9-AC22-F87F-329F-E55764802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9018" y="6387596"/>
            <a:ext cx="2733963" cy="365125"/>
          </a:xfrm>
        </p:spPr>
        <p:txBody>
          <a:bodyPr/>
          <a:lstStyle/>
          <a:p>
            <a:r>
              <a:rPr lang="en-US" altLang="ko-KR" dirty="0"/>
              <a:t>- </a:t>
            </a:r>
            <a:fld id="{990EECEC-F2F9-4D8C-9352-59B5A27A5511}" type="slidenum">
              <a:rPr lang="ko-KR" altLang="en-US" smtClean="0"/>
              <a:pPr/>
              <a:t>24</a:t>
            </a:fld>
            <a:r>
              <a:rPr lang="ko-KR" altLang="en-US" dirty="0"/>
              <a:t> </a:t>
            </a:r>
            <a:r>
              <a:rPr lang="en-US" altLang="ko-KR" dirty="0"/>
              <a:t>-</a:t>
            </a:r>
            <a:r>
              <a:rPr lang="ko-KR" alt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96AC5C-841B-6FB7-3C95-BFBC8EB07285}"/>
              </a:ext>
            </a:extLst>
          </p:cNvPr>
          <p:cNvSpPr txBox="1"/>
          <p:nvPr/>
        </p:nvSpPr>
        <p:spPr>
          <a:xfrm>
            <a:off x="3380509" y="10527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i="1" dirty="0"/>
              <a:t>서버 엔지니어 산업체 예상 프로젝트 과제 </a:t>
            </a:r>
            <a:r>
              <a:rPr lang="en-US" altLang="ko-KR" i="1" dirty="0"/>
              <a:t>5</a:t>
            </a:r>
            <a:endParaRPr lang="ko-KR" altLang="en-US" i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08422A-C95A-BAC9-A7F3-AB9D7AC4AC5F}"/>
              </a:ext>
            </a:extLst>
          </p:cNvPr>
          <p:cNvSpPr txBox="1"/>
          <p:nvPr/>
        </p:nvSpPr>
        <p:spPr>
          <a:xfrm>
            <a:off x="674255" y="648830"/>
            <a:ext cx="5615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3. </a:t>
            </a:r>
            <a:r>
              <a:rPr lang="ko-KR" altLang="en-US" dirty="0"/>
              <a:t>기존 </a:t>
            </a:r>
            <a:r>
              <a:rPr lang="en-US" altLang="ko-KR" dirty="0"/>
              <a:t>repo </a:t>
            </a:r>
            <a:r>
              <a:rPr lang="ko-KR" altLang="en-US" dirty="0"/>
              <a:t>백업 및 새로운 </a:t>
            </a:r>
            <a:r>
              <a:rPr lang="en-US" altLang="ko-KR" dirty="0"/>
              <a:t>repo </a:t>
            </a:r>
            <a:r>
              <a:rPr lang="ko-KR" altLang="en-US" dirty="0"/>
              <a:t>생성</a:t>
            </a:r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0C87D49-370D-670A-AADA-6209A8D6EC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768" y="1192381"/>
            <a:ext cx="5239481" cy="214342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EFF0E9E-401F-CA05-DE4D-28D184CF29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67" y="3991995"/>
            <a:ext cx="5239481" cy="70494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2BB8066-4450-B8EB-66BC-D500A15182D7}"/>
              </a:ext>
            </a:extLst>
          </p:cNvPr>
          <p:cNvSpPr txBox="1"/>
          <p:nvPr/>
        </p:nvSpPr>
        <p:spPr>
          <a:xfrm>
            <a:off x="707448" y="3561612"/>
            <a:ext cx="5615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4. </a:t>
            </a:r>
            <a:r>
              <a:rPr lang="ko-KR" altLang="en-US" dirty="0"/>
              <a:t>새로운 </a:t>
            </a:r>
            <a:r>
              <a:rPr lang="en-US" altLang="ko-KR" dirty="0"/>
              <a:t>repo </a:t>
            </a:r>
            <a:r>
              <a:rPr lang="ko-KR" altLang="en-US" dirty="0"/>
              <a:t>생성 전 </a:t>
            </a:r>
            <a:r>
              <a:rPr lang="en-US" altLang="ko-KR" dirty="0" err="1"/>
              <a:t>dnf</a:t>
            </a:r>
            <a:r>
              <a:rPr lang="ko-KR" altLang="en-US" dirty="0"/>
              <a:t>로 설치가능한지 확인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01AAE0-39CF-DD30-B5DC-F1CDF433AA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9648" y="1192381"/>
            <a:ext cx="3781953" cy="195289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48F9AFB-D004-7E80-0D50-DFFF4883C177}"/>
              </a:ext>
            </a:extLst>
          </p:cNvPr>
          <p:cNvSpPr txBox="1"/>
          <p:nvPr/>
        </p:nvSpPr>
        <p:spPr>
          <a:xfrm>
            <a:off x="6919648" y="732687"/>
            <a:ext cx="5615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5. </a:t>
            </a:r>
            <a:r>
              <a:rPr lang="en-US" altLang="ko-KR" dirty="0" err="1"/>
              <a:t>Baseos</a:t>
            </a:r>
            <a:r>
              <a:rPr lang="en-US" altLang="ko-KR" dirty="0"/>
              <a:t> </a:t>
            </a:r>
            <a:r>
              <a:rPr lang="ko-KR" altLang="en-US" dirty="0"/>
              <a:t>와 </a:t>
            </a:r>
            <a:r>
              <a:rPr lang="en-US" altLang="ko-KR" dirty="0"/>
              <a:t>Appstrem </a:t>
            </a:r>
            <a:r>
              <a:rPr lang="ko-KR" altLang="en-US" dirty="0"/>
              <a:t>설정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C1D30E02-7000-5602-D7C8-4B63F3C811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9648" y="3906258"/>
            <a:ext cx="4858428" cy="79068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3EC236D-DD83-DE0A-1FCC-418F853308A4}"/>
              </a:ext>
            </a:extLst>
          </p:cNvPr>
          <p:cNvSpPr txBox="1"/>
          <p:nvPr/>
        </p:nvSpPr>
        <p:spPr>
          <a:xfrm>
            <a:off x="6919648" y="3429000"/>
            <a:ext cx="5615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6. </a:t>
            </a:r>
            <a:r>
              <a:rPr lang="en-US" altLang="ko-KR" dirty="0" err="1"/>
              <a:t>Dnf</a:t>
            </a:r>
            <a:r>
              <a:rPr lang="en-US" altLang="ko-KR" dirty="0"/>
              <a:t> </a:t>
            </a:r>
            <a:r>
              <a:rPr lang="en-US" altLang="ko-KR" dirty="0" err="1"/>
              <a:t>repolist</a:t>
            </a:r>
            <a:r>
              <a:rPr lang="ko-KR" altLang="en-US" dirty="0"/>
              <a:t>로 정상등록 확인</a:t>
            </a:r>
          </a:p>
        </p:txBody>
      </p:sp>
    </p:spTree>
    <p:extLst>
      <p:ext uri="{BB962C8B-B14F-4D97-AF65-F5344CB8AC3E}">
        <p14:creationId xmlns:p14="http://schemas.microsoft.com/office/powerpoint/2010/main" val="38230824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88DAB-0425-6277-43B6-6A9CC04D6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AF6003A-556B-6F7A-DA31-795765F44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9018" y="6387596"/>
            <a:ext cx="2733963" cy="365125"/>
          </a:xfrm>
        </p:spPr>
        <p:txBody>
          <a:bodyPr/>
          <a:lstStyle/>
          <a:p>
            <a:r>
              <a:rPr lang="en-US" altLang="ko-KR" dirty="0"/>
              <a:t>- </a:t>
            </a:r>
            <a:fld id="{990EECEC-F2F9-4D8C-9352-59B5A27A5511}" type="slidenum">
              <a:rPr lang="ko-KR" altLang="en-US" smtClean="0"/>
              <a:pPr/>
              <a:t>25</a:t>
            </a:fld>
            <a:r>
              <a:rPr lang="ko-KR" altLang="en-US" dirty="0"/>
              <a:t> </a:t>
            </a:r>
            <a:r>
              <a:rPr lang="en-US" altLang="ko-KR" dirty="0"/>
              <a:t>-</a:t>
            </a:r>
            <a:r>
              <a:rPr lang="ko-KR" alt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E6EC42-D144-1692-33A3-32A29F5DD992}"/>
              </a:ext>
            </a:extLst>
          </p:cNvPr>
          <p:cNvSpPr txBox="1"/>
          <p:nvPr/>
        </p:nvSpPr>
        <p:spPr>
          <a:xfrm>
            <a:off x="3380509" y="10527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i="1" dirty="0"/>
              <a:t>서버 엔지니어 산업체 예상 프로젝트 과제 </a:t>
            </a:r>
            <a:r>
              <a:rPr lang="en-US" altLang="ko-KR" i="1" dirty="0"/>
              <a:t>5</a:t>
            </a:r>
            <a:endParaRPr lang="ko-KR" altLang="en-US" i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EBC5A2-EB3F-CDEA-B35B-C366D4ACA788}"/>
              </a:ext>
            </a:extLst>
          </p:cNvPr>
          <p:cNvSpPr txBox="1"/>
          <p:nvPr/>
        </p:nvSpPr>
        <p:spPr>
          <a:xfrm>
            <a:off x="674255" y="648830"/>
            <a:ext cx="5615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7. </a:t>
            </a:r>
            <a:r>
              <a:rPr lang="ko-KR" altLang="en-US" dirty="0"/>
              <a:t>설치 확인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28FCBE6-43F8-1B29-BAE7-83207DA6E8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255" y="1018162"/>
            <a:ext cx="7059010" cy="575390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A2216F0-BE3A-79E2-22FA-A53B851DDD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6413" y="1018162"/>
            <a:ext cx="4115374" cy="279183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4D4D6AC-4094-AA28-673B-9DCE2E49EB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6413" y="4038524"/>
            <a:ext cx="3962953" cy="1086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7015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0C412-BCB7-753F-A6CB-340DFAC50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AEBC62-CAF9-340F-9841-1986A1653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9018" y="6387596"/>
            <a:ext cx="2733963" cy="365125"/>
          </a:xfrm>
        </p:spPr>
        <p:txBody>
          <a:bodyPr/>
          <a:lstStyle/>
          <a:p>
            <a:r>
              <a:rPr lang="en-US" altLang="ko-KR" dirty="0"/>
              <a:t>- </a:t>
            </a:r>
            <a:fld id="{990EECEC-F2F9-4D8C-9352-59B5A27A5511}" type="slidenum">
              <a:rPr lang="ko-KR" altLang="en-US" smtClean="0"/>
              <a:pPr/>
              <a:t>26</a:t>
            </a:fld>
            <a:r>
              <a:rPr lang="ko-KR" altLang="en-US" dirty="0"/>
              <a:t> </a:t>
            </a:r>
            <a:r>
              <a:rPr lang="en-US" altLang="ko-KR" dirty="0"/>
              <a:t>-</a:t>
            </a:r>
            <a:r>
              <a:rPr lang="ko-KR" alt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F1D6FA-7A12-D28F-9BB6-5DC37E5EA7D1}"/>
              </a:ext>
            </a:extLst>
          </p:cNvPr>
          <p:cNvSpPr txBox="1"/>
          <p:nvPr/>
        </p:nvSpPr>
        <p:spPr>
          <a:xfrm>
            <a:off x="3380509" y="10527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i="1" dirty="0"/>
              <a:t>서버 엔지니어 산업체 예상 프로젝트 과제 </a:t>
            </a:r>
            <a:r>
              <a:rPr lang="en-US" altLang="ko-KR" i="1" dirty="0"/>
              <a:t>5</a:t>
            </a:r>
            <a:endParaRPr lang="ko-KR" altLang="en-US" i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83D19A-5B91-A245-9826-5B1886FF7C9F}"/>
              </a:ext>
            </a:extLst>
          </p:cNvPr>
          <p:cNvSpPr txBox="1"/>
          <p:nvPr/>
        </p:nvSpPr>
        <p:spPr>
          <a:xfrm>
            <a:off x="674255" y="648830"/>
            <a:ext cx="5615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dnf</a:t>
            </a:r>
            <a:r>
              <a:rPr lang="ko-KR" altLang="en-US" dirty="0"/>
              <a:t> </a:t>
            </a:r>
            <a:r>
              <a:rPr lang="en-US" altLang="ko-KR" dirty="0"/>
              <a:t>clean </a:t>
            </a:r>
            <a:r>
              <a:rPr lang="ko-KR" altLang="en-US" dirty="0"/>
              <a:t>후에도 </a:t>
            </a:r>
            <a:r>
              <a:rPr lang="en-US" altLang="ko-KR" dirty="0" err="1"/>
              <a:t>zsh</a:t>
            </a:r>
            <a:r>
              <a:rPr lang="ko-KR" altLang="en-US" dirty="0"/>
              <a:t>도 설치 가능한지 확인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996991A-A3FA-2A67-4A80-5C21F3153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249" y="1192381"/>
            <a:ext cx="10040751" cy="267689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ECDBF03-3AC6-EC73-AD96-E2D61C016C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255" y="3741851"/>
            <a:ext cx="10193173" cy="2467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7451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654</TotalTime>
  <Words>1705</Words>
  <Application>Microsoft Office PowerPoint</Application>
  <PresentationFormat>와이드스크린</PresentationFormat>
  <Paragraphs>256</Paragraphs>
  <Slides>26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0" baseType="lpstr"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원격 접속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4gl</dc:creator>
  <cp:lastModifiedBy>4gl</cp:lastModifiedBy>
  <cp:revision>15</cp:revision>
  <dcterms:created xsi:type="dcterms:W3CDTF">2026-04-22T00:59:18Z</dcterms:created>
  <dcterms:modified xsi:type="dcterms:W3CDTF">2026-04-23T03:11:11Z</dcterms:modified>
</cp:coreProperties>
</file>