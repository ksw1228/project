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62" r:id="rId4"/>
    <p:sldId id="270" r:id="rId5"/>
    <p:sldId id="271" r:id="rId6"/>
    <p:sldId id="272" r:id="rId7"/>
    <p:sldId id="273" r:id="rId8"/>
    <p:sldId id="274" r:id="rId9"/>
    <p:sldId id="277" r:id="rId10"/>
    <p:sldId id="27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8DF92-52BC-E359-DD97-BD4F510E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F12D34-7039-C24D-2BE3-B301C316A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07453D-A1F0-4D1D-4F47-9F635526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12F4EA-B3E0-92D2-9FA9-EA43D61DE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F27E9-24DD-3398-F4F9-2A33AAE2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3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54D0D-3341-DB55-68EF-59BF8984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C597BB-E95B-DA3D-380C-D2721FBB8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F13696-2686-37AC-06F0-9D734ADE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C26605-4304-4C21-704C-0560373C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CB80B8-1463-7072-FACF-2D149E79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00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E97EB-36D7-A7A4-493D-E29E1F89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56F8BF-9A5F-33CE-AA49-FB8840651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0FCE6F-1152-B35C-9D31-7B4F5F75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BC7B7D-18AB-F142-B4CF-60D90261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CEE669-B2E2-ACF5-7FCB-0DC6EAE1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21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00C6-B413-F2AD-3584-4E351797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7379D-1F40-1947-E1FE-8BA33F289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54D0F7-4B8C-13B4-9757-FAC231789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D17419-2796-DC7E-6472-B1B162FD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D74A44-C02A-1976-A4D0-B9FFB200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32E2AC-311C-20C8-35D7-1CDFB5D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9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D72CF-869C-E5E1-8BDB-84478B02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F05BEB-A180-206A-6995-468E98276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DEAD50-34BC-EEC9-0400-ED9ED7C78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50FF15-D694-936F-BB32-90D409BA3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BD560F-7A74-4604-3A20-B5A96313F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338E73-72C3-C40E-0297-DC88C329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2E422C-B7EC-162C-A58C-5B61E2DF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75014A-477C-62BB-C62D-B92C0570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89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4483F-2973-1026-BBD7-A9D5E4EE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1B0E83-82E2-2933-1CF3-CAC31C0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32A28B-1500-14E3-4541-18F493C8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681D44-8566-A081-A313-33338998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769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EE4BEF-CF68-55B7-C671-F766E6DD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AD9A5B-052F-2904-5ED1-63A77CA4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0CC228-E9BE-90E9-92CF-A8CFB2F8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85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32788-19DB-7E5D-3A6A-630B5EF5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D0738-C2EC-63C7-C62B-7464C4C4D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7938FC-EE7F-AB2B-10B0-C93D51383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229E6-3BBD-B4CF-4C16-24839736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D699E1-9463-1E0A-A2BB-17F83D18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CA86D-F51E-173F-FAD1-BA05A9BD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46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3D4C0-CEEC-986E-40A3-9E8266CF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906D7D-33AD-355D-48D3-5981AB8A7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25E4B2-509A-E8D6-AFBE-AC1A9FA08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35B720-E484-DEA6-E2D4-8990782C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FDFD3-A691-A814-9812-E98EFBE2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D1FF72-FB4C-3A30-562E-FDC2C23D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28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AEE87-F27A-4BBF-30E5-BD161ACB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34E945-C84F-36F5-E266-5805DE700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72DDC-3DCE-4E43-2C82-609205FD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3656E6-21E2-5A73-3675-A4438E2C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F841C1-AB2A-B5C9-8AA4-355975F2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05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573B4C-2BD0-6A2C-224A-6491BBE23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6730F5-9831-BCBB-4715-BBE1168D9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D0D41C-2D8F-8137-7D62-C0BA03FB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7C029A-FBDE-E2BA-D55C-C074255EB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BFA1AA-5AA9-257D-A647-3B347A0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195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3698A3-C7EE-0D5F-87C1-9FB5B8E4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E7359-0091-3E92-BC32-ABA1EB12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64CCBE-8B2C-E8C0-A1F5-EF9147D97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86510-F04B-48D7-81D9-626A73E8F533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474F6-78A3-7510-4996-9FC1DD969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022AD-F320-8BDD-1F35-791FE984E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24FE5-1C1D-462E-B513-DA342B7C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56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234C-9D0C-41E3-2631-B0A9F2C9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A2BCF9-F990-B5F3-9D47-054AF78F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6715F-F303-B420-8CCD-3918334F256F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F56776-677F-8D59-6BF3-B2B23F2E9703}"/>
              </a:ext>
            </a:extLst>
          </p:cNvPr>
          <p:cNvSpPr txBox="1"/>
          <p:nvPr/>
        </p:nvSpPr>
        <p:spPr>
          <a:xfrm>
            <a:off x="661553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별도 </a:t>
            </a:r>
            <a:r>
              <a:rPr lang="ko-KR" altLang="en-US" dirty="0" err="1"/>
              <a:t>일반파티션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  <a:r>
              <a:rPr lang="ko-KR" altLang="en-US" dirty="0"/>
              <a:t>개 생성</a:t>
            </a:r>
            <a:r>
              <a:rPr lang="en-US" altLang="ko-KR" dirty="0"/>
              <a:t>(</a:t>
            </a:r>
            <a:r>
              <a:rPr lang="ko-KR" altLang="en-US" dirty="0"/>
              <a:t>사전 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5415D0-D872-CDCA-5617-D722846C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28" y="1192381"/>
            <a:ext cx="2820556" cy="1866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1A4A2-4CE7-B2ED-EAC8-D4380D7D243C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7DE5F-F941-58D8-F07D-98256BF60E5F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Rocky server edit settings</a:t>
            </a:r>
            <a:endParaRPr lang="ko-KR" alt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92D329A-A31E-0180-FD5D-51A8C99ED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656" y="1192381"/>
            <a:ext cx="2820556" cy="186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DF130-DFAC-6436-6537-83C650BDDA5E}"/>
              </a:ext>
            </a:extLst>
          </p:cNvPr>
          <p:cNvSpPr txBox="1"/>
          <p:nvPr/>
        </p:nvSpPr>
        <p:spPr>
          <a:xfrm>
            <a:off x="3338657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Hdd</a:t>
            </a:r>
            <a:r>
              <a:rPr lang="en-US" altLang="ko-KR" sz="900" dirty="0"/>
              <a:t> add -&gt; </a:t>
            </a:r>
            <a:r>
              <a:rPr lang="en-US" altLang="ko-KR" sz="900" dirty="0" err="1"/>
              <a:t>Scsi</a:t>
            </a:r>
            <a:r>
              <a:rPr lang="en-US" altLang="ko-KR" sz="900" dirty="0"/>
              <a:t> (7</a:t>
            </a:r>
            <a:r>
              <a:rPr lang="ko-KR" altLang="en-US" sz="900" dirty="0"/>
              <a:t>개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A4012-D86A-9057-DBCA-471894E2AAEC}"/>
              </a:ext>
            </a:extLst>
          </p:cNvPr>
          <p:cNvSpPr txBox="1"/>
          <p:nvPr/>
        </p:nvSpPr>
        <p:spPr>
          <a:xfrm>
            <a:off x="6119811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4BFEF2D-0A52-EB75-E4B0-C680D7FC2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769" y="1201777"/>
            <a:ext cx="2820556" cy="18663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89B570-09DF-5DA8-CA7A-C76F72299C6D}"/>
              </a:ext>
            </a:extLst>
          </p:cNvPr>
          <p:cNvSpPr txBox="1"/>
          <p:nvPr/>
        </p:nvSpPr>
        <p:spPr>
          <a:xfrm>
            <a:off x="6428509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Create</a:t>
            </a:r>
            <a:r>
              <a:rPr lang="ko-KR" altLang="en-US" sz="900" dirty="0"/>
              <a:t> </a:t>
            </a:r>
            <a:r>
              <a:rPr lang="en-US" altLang="ko-KR" sz="900" dirty="0"/>
              <a:t>a</a:t>
            </a:r>
            <a:r>
              <a:rPr lang="ko-KR" altLang="en-US" sz="900" dirty="0"/>
              <a:t> </a:t>
            </a:r>
            <a:r>
              <a:rPr lang="en-US" altLang="ko-KR" sz="900" dirty="0"/>
              <a:t>new virtual disk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6B01A-083E-15A8-1F28-95920C95EE80}"/>
              </a:ext>
            </a:extLst>
          </p:cNvPr>
          <p:cNvSpPr txBox="1"/>
          <p:nvPr/>
        </p:nvSpPr>
        <p:spPr>
          <a:xfrm>
            <a:off x="9105610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3A10C6-BC80-1058-4975-09533D386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1444" y="1202894"/>
            <a:ext cx="2820556" cy="18558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D43C59E-83DE-B9F7-3C91-CCD8E370E44E}"/>
              </a:ext>
            </a:extLst>
          </p:cNvPr>
          <p:cNvSpPr txBox="1"/>
          <p:nvPr/>
        </p:nvSpPr>
        <p:spPr>
          <a:xfrm>
            <a:off x="942888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1G</a:t>
            </a:r>
            <a:r>
              <a:rPr lang="ko-KR" altLang="en-US" sz="900" dirty="0"/>
              <a:t>로 생성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3AF117F-60B3-D537-221F-3DD3EDAD5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84" y="3542314"/>
            <a:ext cx="2838800" cy="18757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8B222D5-0432-51E7-1D44-B4FE23567669}"/>
              </a:ext>
            </a:extLst>
          </p:cNvPr>
          <p:cNvSpPr txBox="1"/>
          <p:nvPr/>
        </p:nvSpPr>
        <p:spPr>
          <a:xfrm>
            <a:off x="293542" y="538403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최종 디스크 </a:t>
            </a:r>
            <a:r>
              <a:rPr lang="en-US" altLang="ko-KR" sz="900" dirty="0"/>
              <a:t>7</a:t>
            </a:r>
            <a:r>
              <a:rPr lang="ko-KR" altLang="en-US" sz="900" dirty="0"/>
              <a:t>개 추가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F2D21D-09B4-4155-095D-543960F5F560}"/>
              </a:ext>
            </a:extLst>
          </p:cNvPr>
          <p:cNvSpPr txBox="1"/>
          <p:nvPr/>
        </p:nvSpPr>
        <p:spPr>
          <a:xfrm>
            <a:off x="3015384" y="4295430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3EE4CF9-FE34-F87A-94E5-90C34E647C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656" y="3542314"/>
            <a:ext cx="2820556" cy="184171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613D63A-759D-E777-5345-3310A27B90C2}"/>
              </a:ext>
            </a:extLst>
          </p:cNvPr>
          <p:cNvSpPr txBox="1"/>
          <p:nvPr/>
        </p:nvSpPr>
        <p:spPr>
          <a:xfrm>
            <a:off x="3338656" y="538403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전원을 </a:t>
            </a:r>
            <a:r>
              <a:rPr lang="ko-KR" altLang="en-US" sz="900" dirty="0" err="1"/>
              <a:t>껏다</a:t>
            </a:r>
            <a:r>
              <a:rPr lang="ko-KR" altLang="en-US" sz="900" dirty="0"/>
              <a:t> </a:t>
            </a:r>
            <a:r>
              <a:rPr lang="ko-KR" altLang="en-US" sz="900" dirty="0" err="1"/>
              <a:t>킨후</a:t>
            </a:r>
            <a:r>
              <a:rPr lang="ko-KR" altLang="en-US" sz="900" dirty="0"/>
              <a:t> 스냅샷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3A1C60F-A927-C929-B38B-13CDF7AE90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690" y="3542315"/>
            <a:ext cx="2820556" cy="183981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9D5258B-B434-AE3E-341C-03C5226B7FA5}"/>
              </a:ext>
            </a:extLst>
          </p:cNvPr>
          <p:cNvSpPr txBox="1"/>
          <p:nvPr/>
        </p:nvSpPr>
        <p:spPr>
          <a:xfrm>
            <a:off x="6119811" y="4300218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121DD4-BC37-1622-F265-339B70C43E3A}"/>
              </a:ext>
            </a:extLst>
          </p:cNvPr>
          <p:cNvSpPr txBox="1"/>
          <p:nvPr/>
        </p:nvSpPr>
        <p:spPr>
          <a:xfrm>
            <a:off x="6482484" y="538403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Lsblk</a:t>
            </a:r>
            <a:r>
              <a:rPr lang="ko-KR" altLang="en-US" sz="900" dirty="0"/>
              <a:t>명령어로 디스크 설치확인</a:t>
            </a:r>
          </a:p>
        </p:txBody>
      </p:sp>
    </p:spTree>
    <p:extLst>
      <p:ext uri="{BB962C8B-B14F-4D97-AF65-F5344CB8AC3E}">
        <p14:creationId xmlns:p14="http://schemas.microsoft.com/office/powerpoint/2010/main" val="375622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6DA0-905A-7971-D94F-06D5FDA3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CCEDC-CE4D-6189-A6AE-ACC98738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51A08-63CD-3C65-03C2-2EC1460E9877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D9CA65-283D-6945-AD3F-3DD7B7D2F0BD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파티션</a:t>
            </a:r>
            <a:r>
              <a:rPr lang="en-US" altLang="ko-KR" dirty="0"/>
              <a:t>-&gt; </a:t>
            </a:r>
            <a:r>
              <a:rPr lang="ko-KR" altLang="en-US" dirty="0"/>
              <a:t>파일 시스템 생성 </a:t>
            </a:r>
            <a:r>
              <a:rPr lang="en-US" altLang="ko-KR" dirty="0"/>
              <a:t>-&gt;</a:t>
            </a:r>
            <a:r>
              <a:rPr lang="ko-KR" altLang="en-US" dirty="0"/>
              <a:t>마운트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95394D2-32AF-3A03-ECBF-FA0CD062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9" y="1192382"/>
            <a:ext cx="2820557" cy="1866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B8D013-C075-0B5D-2CA4-10E36E34F4D4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DB3F6-F883-F46B-0B0A-16A1E44F2A0A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fdisk</a:t>
            </a:r>
            <a:r>
              <a:rPr lang="ko-KR" altLang="en-US" sz="900" dirty="0"/>
              <a:t>명령어로 파티션 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3980612-6471-15F3-0B65-E87B84E6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656" y="1202216"/>
            <a:ext cx="2805665" cy="18565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6761B5-FDA2-6A98-000E-8222E371746B}"/>
              </a:ext>
            </a:extLst>
          </p:cNvPr>
          <p:cNvSpPr txBox="1"/>
          <p:nvPr/>
        </p:nvSpPr>
        <p:spPr>
          <a:xfrm>
            <a:off x="3380509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fdisk</a:t>
            </a:r>
            <a:r>
              <a:rPr lang="ko-KR" altLang="en-US" sz="900" dirty="0"/>
              <a:t> </a:t>
            </a:r>
            <a:r>
              <a:rPr lang="en-US" altLang="ko-KR" sz="900" dirty="0"/>
              <a:t>/dev/</a:t>
            </a:r>
            <a:r>
              <a:rPr lang="en-US" altLang="ko-KR" sz="900" dirty="0" err="1"/>
              <a:t>sdb</a:t>
            </a:r>
            <a:r>
              <a:rPr lang="ko-KR" altLang="en-US" sz="900" dirty="0"/>
              <a:t>에서 </a:t>
            </a:r>
            <a:r>
              <a:rPr lang="en-US" altLang="ko-KR" sz="900" dirty="0"/>
              <a:t>p</a:t>
            </a:r>
            <a:r>
              <a:rPr lang="ko-KR" altLang="en-US" sz="900" dirty="0"/>
              <a:t>로 파티션 적용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BE74B-C943-4AEF-CBA7-D02BC360A424}"/>
              </a:ext>
            </a:extLst>
          </p:cNvPr>
          <p:cNvSpPr txBox="1"/>
          <p:nvPr/>
        </p:nvSpPr>
        <p:spPr>
          <a:xfrm>
            <a:off x="6050395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4EA64D1-99CC-64A4-F7EC-74FF93707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951" y="1202216"/>
            <a:ext cx="2805665" cy="18565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3B020-B500-725C-34E5-0C81DFD2BB1A}"/>
              </a:ext>
            </a:extLst>
          </p:cNvPr>
          <p:cNvSpPr txBox="1"/>
          <p:nvPr/>
        </p:nvSpPr>
        <p:spPr>
          <a:xfrm>
            <a:off x="6370951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lsblk</a:t>
            </a:r>
            <a:r>
              <a:rPr lang="ko-KR" altLang="en-US" sz="900" dirty="0"/>
              <a:t>명령어로 각 디스크 파티션 확인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B5F83-CA59-F818-80CE-B46C014567B8}"/>
              </a:ext>
            </a:extLst>
          </p:cNvPr>
          <p:cNvSpPr txBox="1"/>
          <p:nvPr/>
        </p:nvSpPr>
        <p:spPr>
          <a:xfrm>
            <a:off x="9073913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5A48E58-35E5-18B6-86F2-7A18BBF0B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6335" y="1192380"/>
            <a:ext cx="2805665" cy="18663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98D731C-418C-21E6-9AC0-C2B251AE3B0B}"/>
              </a:ext>
            </a:extLst>
          </p:cNvPr>
          <p:cNvSpPr txBox="1"/>
          <p:nvPr/>
        </p:nvSpPr>
        <p:spPr>
          <a:xfrm>
            <a:off x="9386335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파일 시스템 생성 </a:t>
            </a:r>
            <a:r>
              <a:rPr lang="en-US" altLang="ko-KR" sz="900" dirty="0"/>
              <a:t>= </a:t>
            </a:r>
            <a:r>
              <a:rPr lang="ko-KR" altLang="en-US" sz="900" dirty="0"/>
              <a:t>포맷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36ACC30-C597-3B58-E302-FDED47B2D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719" y="3341816"/>
            <a:ext cx="2805665" cy="186634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0C7F50F-0D23-3B5F-3646-43B8C1700E26}"/>
              </a:ext>
            </a:extLst>
          </p:cNvPr>
          <p:cNvSpPr txBox="1"/>
          <p:nvPr/>
        </p:nvSpPr>
        <p:spPr>
          <a:xfrm>
            <a:off x="293542" y="5240122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mount </a:t>
            </a:r>
            <a:r>
              <a:rPr lang="ko-KR" altLang="en-US" sz="900" dirty="0"/>
              <a:t>할 경로 생성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0A46DF-4EE0-0B5A-4886-0E53A114EEF3}"/>
              </a:ext>
            </a:extLst>
          </p:cNvPr>
          <p:cNvSpPr txBox="1"/>
          <p:nvPr/>
        </p:nvSpPr>
        <p:spPr>
          <a:xfrm>
            <a:off x="3015384" y="409032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5CD183F-EE6C-B3D1-88C1-D60AD4EDEC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655" y="3341815"/>
            <a:ext cx="2805665" cy="18663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BD5F7BA-FF05-E9C3-01E3-E51B72E119FB}"/>
              </a:ext>
            </a:extLst>
          </p:cNvPr>
          <p:cNvSpPr txBox="1"/>
          <p:nvPr/>
        </p:nvSpPr>
        <p:spPr>
          <a:xfrm>
            <a:off x="3380509" y="5197388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마운트 적용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FC90E7F-1B76-E7B8-454D-2629D590BA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950" y="3341814"/>
            <a:ext cx="2805666" cy="185557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A2E77AB-E09E-3FF7-EDED-069956FCA071}"/>
              </a:ext>
            </a:extLst>
          </p:cNvPr>
          <p:cNvSpPr txBox="1"/>
          <p:nvPr/>
        </p:nvSpPr>
        <p:spPr>
          <a:xfrm>
            <a:off x="6050395" y="4038468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3A669C-5BAA-0520-CE26-EB2018014778}"/>
              </a:ext>
            </a:extLst>
          </p:cNvPr>
          <p:cNvSpPr txBox="1"/>
          <p:nvPr/>
        </p:nvSpPr>
        <p:spPr>
          <a:xfrm>
            <a:off x="6467476" y="522351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디스크 </a:t>
            </a:r>
            <a:r>
              <a:rPr lang="en-US" altLang="ko-KR" sz="900" dirty="0"/>
              <a:t>UUID </a:t>
            </a:r>
            <a:r>
              <a:rPr lang="ko-KR" altLang="en-US" sz="900" dirty="0"/>
              <a:t>검색 </a:t>
            </a:r>
            <a:r>
              <a:rPr lang="en-US" altLang="ko-KR" sz="900" dirty="0" err="1"/>
              <a:t>blikd</a:t>
            </a:r>
            <a:endParaRPr lang="ko-KR" altLang="en-US" sz="9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7EB70F1-5908-69BB-810E-8E514915BD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6335" y="3351512"/>
            <a:ext cx="2805665" cy="185557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D0B19C0-7283-8936-6AEF-5AF081566605}"/>
              </a:ext>
            </a:extLst>
          </p:cNvPr>
          <p:cNvSpPr txBox="1"/>
          <p:nvPr/>
        </p:nvSpPr>
        <p:spPr>
          <a:xfrm>
            <a:off x="9073913" y="4038468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9E3556-E9B2-FA82-7267-214B41E91454}"/>
              </a:ext>
            </a:extLst>
          </p:cNvPr>
          <p:cNvSpPr txBox="1"/>
          <p:nvPr/>
        </p:nvSpPr>
        <p:spPr>
          <a:xfrm>
            <a:off x="9397185" y="522351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vi /</a:t>
            </a:r>
            <a:r>
              <a:rPr lang="en-US" altLang="ko-KR" sz="900" dirty="0" err="1"/>
              <a:t>etc</a:t>
            </a:r>
            <a:r>
              <a:rPr lang="en-US" altLang="ko-KR" sz="900" dirty="0"/>
              <a:t>/</a:t>
            </a:r>
            <a:r>
              <a:rPr lang="en-US" altLang="ko-KR" sz="900" dirty="0" err="1"/>
              <a:t>fstab</a:t>
            </a:r>
            <a:r>
              <a:rPr lang="ko-KR" altLang="en-US" sz="900" dirty="0"/>
              <a:t>에서 </a:t>
            </a:r>
            <a:r>
              <a:rPr lang="ko-KR" altLang="en-US" sz="900" dirty="0" err="1"/>
              <a:t>자동마운트</a:t>
            </a:r>
            <a:r>
              <a:rPr lang="ko-KR" altLang="en-US" sz="900" dirty="0"/>
              <a:t> 등록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8A3026-156D-28E6-8878-71A4468FF272}"/>
              </a:ext>
            </a:extLst>
          </p:cNvPr>
          <p:cNvSpPr txBox="1"/>
          <p:nvPr/>
        </p:nvSpPr>
        <p:spPr>
          <a:xfrm>
            <a:off x="293542" y="5638800"/>
            <a:ext cx="11260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Reboot</a:t>
            </a:r>
            <a:r>
              <a:rPr lang="ko-KR" altLang="en-US" dirty="0"/>
              <a:t>후 </a:t>
            </a:r>
            <a:r>
              <a:rPr lang="en-US" altLang="ko-KR" dirty="0" err="1"/>
              <a:t>lsblk</a:t>
            </a:r>
            <a:r>
              <a:rPr lang="ko-KR" altLang="en-US" dirty="0"/>
              <a:t>명령어로 자동 마운트 경로 지정 되어있는지 확인</a:t>
            </a:r>
          </a:p>
        </p:txBody>
      </p:sp>
    </p:spTree>
    <p:extLst>
      <p:ext uri="{BB962C8B-B14F-4D97-AF65-F5344CB8AC3E}">
        <p14:creationId xmlns:p14="http://schemas.microsoft.com/office/powerpoint/2010/main" val="3554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3273A-8E32-75A0-EAAA-3BAD9AAD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FC062-2BFE-EF51-D462-44934928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A1DA9-5809-BF2C-B851-F64B2428CC1F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E5640-5AAC-9786-7D24-A40C20B65423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디스크 설정 </a:t>
            </a:r>
            <a:r>
              <a:rPr lang="en-US" altLang="ko-KR" dirty="0"/>
              <a:t>(</a:t>
            </a:r>
            <a:r>
              <a:rPr lang="ko-KR" altLang="en-US" dirty="0"/>
              <a:t>사전 작업 </a:t>
            </a:r>
            <a:r>
              <a:rPr lang="en-US" altLang="ko-KR" dirty="0"/>
              <a:t>RAID100)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8621F0-D73F-E59F-39E4-63EA31F92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192381"/>
            <a:ext cx="6096000" cy="32863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DDC4E2-C010-5EC6-AC6A-FBF1C8431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04" y="1211709"/>
            <a:ext cx="5615709" cy="3286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0B0BF-1BE8-BC29-94B5-D5685CD54B0D}"/>
              </a:ext>
            </a:extLst>
          </p:cNvPr>
          <p:cNvSpPr txBox="1"/>
          <p:nvPr/>
        </p:nvSpPr>
        <p:spPr>
          <a:xfrm>
            <a:off x="200122" y="4538833"/>
            <a:ext cx="9790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과제 </a:t>
            </a:r>
            <a:r>
              <a:rPr lang="en-US" altLang="ko-KR" dirty="0"/>
              <a:t>3</a:t>
            </a:r>
            <a:r>
              <a:rPr lang="ko-KR" altLang="en-US" dirty="0"/>
              <a:t>번에서 </a:t>
            </a:r>
            <a:r>
              <a:rPr lang="en-US" altLang="ko-KR" dirty="0"/>
              <a:t>root</a:t>
            </a:r>
            <a:r>
              <a:rPr lang="ko-KR" altLang="en-US" dirty="0"/>
              <a:t>의 외부 접속이 막히고 </a:t>
            </a:r>
            <a:r>
              <a:rPr lang="en-US" altLang="ko-KR" dirty="0" err="1"/>
              <a:t>sshuser</a:t>
            </a:r>
            <a:r>
              <a:rPr lang="ko-KR" altLang="en-US" dirty="0"/>
              <a:t>로 외부에서 </a:t>
            </a:r>
            <a:r>
              <a:rPr lang="en-US" altLang="ko-KR" dirty="0"/>
              <a:t>key </a:t>
            </a:r>
            <a:r>
              <a:rPr lang="ko-KR" altLang="en-US" dirty="0"/>
              <a:t>교환방식으로 접근하기 때문에 디스크 설정하기 위해서는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ko-KR" altLang="en-US" dirty="0"/>
              <a:t>권한을 </a:t>
            </a:r>
            <a:r>
              <a:rPr lang="ko-KR" altLang="en-US" dirty="0" err="1"/>
              <a:t>받아와야한다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sshuser</a:t>
            </a:r>
            <a:r>
              <a:rPr lang="ko-KR" altLang="en-US" dirty="0"/>
              <a:t>에게 </a:t>
            </a:r>
            <a:r>
              <a:rPr lang="en-US" altLang="ko-KR" dirty="0" err="1"/>
              <a:t>sudo</a:t>
            </a:r>
            <a:r>
              <a:rPr lang="ko-KR" altLang="en-US" dirty="0"/>
              <a:t>권한 주기</a:t>
            </a:r>
            <a:r>
              <a:rPr lang="en-US" altLang="ko-KR" dirty="0"/>
              <a:t> (</a:t>
            </a:r>
            <a:r>
              <a:rPr lang="en-US" altLang="ko-KR" dirty="0" err="1"/>
              <a:t>visudo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 err="1"/>
              <a:t>sshuser</a:t>
            </a:r>
            <a:r>
              <a:rPr lang="en-US" altLang="ko-KR" dirty="0"/>
              <a:t>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ko-KR" altLang="en-US" dirty="0"/>
              <a:t>권한 확인 </a:t>
            </a:r>
            <a:r>
              <a:rPr lang="en-US" altLang="ko-KR" dirty="0"/>
              <a:t>(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dnf</a:t>
            </a:r>
            <a:r>
              <a:rPr lang="en-US" altLang="ko-KR" dirty="0"/>
              <a:t> install </a:t>
            </a:r>
            <a:r>
              <a:rPr lang="en-US" altLang="ko-KR" dirty="0" err="1"/>
              <a:t>openssh</a:t>
            </a:r>
            <a:r>
              <a:rPr lang="en-US" altLang="ko-KR" dirty="0"/>
              <a:t>-server</a:t>
            </a:r>
          </a:p>
          <a:p>
            <a:pPr marL="342900" indent="-342900">
              <a:buAutoNum type="arabicPeriod"/>
            </a:pPr>
            <a:r>
              <a:rPr lang="en-US" altLang="ko-KR" dirty="0"/>
              <a:t>rpm –</a:t>
            </a:r>
            <a:r>
              <a:rPr lang="en-US" altLang="ko-KR" dirty="0" err="1"/>
              <a:t>qa</a:t>
            </a:r>
            <a:r>
              <a:rPr lang="en-US" altLang="ko-KR" dirty="0"/>
              <a:t> | grep lvm2 &lt;- </a:t>
            </a:r>
            <a:r>
              <a:rPr lang="ko-KR" altLang="en-US" dirty="0"/>
              <a:t>설치 되어있는지 확인</a:t>
            </a:r>
            <a:endParaRPr lang="en-US" altLang="ko-KR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DC44197-0253-80BB-C729-F72A264ED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333" y="5120686"/>
            <a:ext cx="379147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5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18EB-DD98-855D-B5A3-B425F393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4AFC3-99E7-1A30-0131-E5EA8D98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17585-4C34-D058-6836-7C0839D380F8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44A4B-C4A1-2222-808D-F5ADDF90B037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</a:t>
            </a:r>
            <a:r>
              <a:rPr lang="ko-KR" altLang="en-US" dirty="0"/>
              <a:t>디스크 설정 </a:t>
            </a:r>
            <a:r>
              <a:rPr lang="en-US" altLang="ko-KR" dirty="0"/>
              <a:t>(RAID 100)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52119F-B57C-4B2A-6140-66BB43BAB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085101"/>
            <a:ext cx="4983595" cy="44870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531B0A-C73A-4EBF-3790-86B9C6B6D1DE}"/>
              </a:ext>
            </a:extLst>
          </p:cNvPr>
          <p:cNvSpPr txBox="1"/>
          <p:nvPr/>
        </p:nvSpPr>
        <p:spPr>
          <a:xfrm>
            <a:off x="485177" y="577289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Raid100 -&gt; raid 1+0+0 -&gt; 8</a:t>
            </a:r>
            <a:r>
              <a:rPr lang="ko-KR" altLang="en-US" sz="900" dirty="0"/>
              <a:t>개</a:t>
            </a:r>
            <a:r>
              <a:rPr lang="en-US" altLang="ko-KR" sz="900" dirty="0"/>
              <a:t>disk</a:t>
            </a:r>
            <a:r>
              <a:rPr lang="ko-KR" altLang="en-US" sz="900" dirty="0"/>
              <a:t>필요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FF5D15-D5F7-61C2-0EF0-71E650E09190}"/>
              </a:ext>
            </a:extLst>
          </p:cNvPr>
          <p:cNvSpPr txBox="1"/>
          <p:nvPr/>
        </p:nvSpPr>
        <p:spPr>
          <a:xfrm>
            <a:off x="5934363" y="333354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C616859-7E89-D3FC-444E-7E214C7F1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317" y="1085101"/>
            <a:ext cx="5135708" cy="45234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2AB0C8-93C2-F858-5213-D3A3D0895B46}"/>
              </a:ext>
            </a:extLst>
          </p:cNvPr>
          <p:cNvSpPr txBox="1"/>
          <p:nvPr/>
        </p:nvSpPr>
        <p:spPr>
          <a:xfrm>
            <a:off x="6494317" y="5639186"/>
            <a:ext cx="26231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raid100 </a:t>
            </a:r>
            <a:r>
              <a:rPr lang="ko-KR" altLang="en-US" sz="900" dirty="0"/>
              <a:t>구성</a:t>
            </a:r>
            <a:r>
              <a:rPr lang="en-US" altLang="ko-KR" sz="900" dirty="0"/>
              <a:t>(1.</a:t>
            </a:r>
            <a:r>
              <a:rPr lang="ko-KR" altLang="en-US" sz="900" dirty="0"/>
              <a:t>파티션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 err="1"/>
              <a:t>sudo</a:t>
            </a:r>
            <a:r>
              <a:rPr lang="en-US" altLang="ko-KR" sz="900" dirty="0"/>
              <a:t> parted --script /dev/</a:t>
            </a:r>
            <a:r>
              <a:rPr lang="en-US" altLang="ko-KR" sz="900" dirty="0" err="1"/>
              <a:t>sdb</a:t>
            </a:r>
            <a:r>
              <a:rPr lang="en-US" altLang="ko-KR" sz="900" dirty="0"/>
              <a:t> "</a:t>
            </a:r>
            <a:r>
              <a:rPr lang="en-US" altLang="ko-KR" sz="900" dirty="0" err="1"/>
              <a:t>mklabel</a:t>
            </a:r>
            <a:r>
              <a:rPr lang="en-US" altLang="ko-KR" sz="900" dirty="0"/>
              <a:t> </a:t>
            </a:r>
            <a:r>
              <a:rPr lang="en-US" altLang="ko-KR" sz="900" dirty="0" err="1"/>
              <a:t>gpt</a:t>
            </a:r>
            <a:r>
              <a:rPr lang="en-US" altLang="ko-KR" sz="900" dirty="0"/>
              <a:t>"</a:t>
            </a:r>
          </a:p>
          <a:p>
            <a:r>
              <a:rPr lang="en-US" altLang="ko-KR" sz="900" dirty="0" err="1"/>
              <a:t>sudo</a:t>
            </a:r>
            <a:r>
              <a:rPr lang="en-US" altLang="ko-KR" sz="900" dirty="0"/>
              <a:t> parted --script /dev/</a:t>
            </a:r>
            <a:r>
              <a:rPr lang="en-US" altLang="ko-KR" sz="900" dirty="0" err="1"/>
              <a:t>sdb</a:t>
            </a:r>
            <a:r>
              <a:rPr lang="en-US" altLang="ko-KR" sz="900" dirty="0"/>
              <a:t> "</a:t>
            </a:r>
            <a:r>
              <a:rPr lang="en-US" altLang="ko-KR" sz="900" dirty="0" err="1"/>
              <a:t>mkpart</a:t>
            </a:r>
            <a:r>
              <a:rPr lang="en-US" altLang="ko-KR" sz="900" dirty="0"/>
              <a:t> 'Linux LVM' 0% 100%"</a:t>
            </a:r>
          </a:p>
          <a:p>
            <a:r>
              <a:rPr lang="en-US" altLang="ko-KR" sz="900" dirty="0" err="1"/>
              <a:t>sudo</a:t>
            </a:r>
            <a:r>
              <a:rPr lang="en-US" altLang="ko-KR" sz="900" dirty="0"/>
              <a:t> parted --script /dev/</a:t>
            </a:r>
            <a:r>
              <a:rPr lang="en-US" altLang="ko-KR" sz="900" dirty="0" err="1"/>
              <a:t>sdb</a:t>
            </a:r>
            <a:r>
              <a:rPr lang="en-US" altLang="ko-KR" sz="900" dirty="0"/>
              <a:t> "set 1 </a:t>
            </a:r>
            <a:r>
              <a:rPr lang="en-US" altLang="ko-KR" sz="900" dirty="0" err="1"/>
              <a:t>lvm</a:t>
            </a:r>
            <a:r>
              <a:rPr lang="en-US" altLang="ko-KR" sz="900" dirty="0"/>
              <a:t> on"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9707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FBD0-BABD-5AA9-1082-3685C28F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A9EBA0-6488-3BE2-2384-157E7E69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EA818-6EF8-525C-F161-0D613A7A8B95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A8CDD-71AE-B072-7085-E03659E11FD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1-2. </a:t>
            </a:r>
            <a:r>
              <a:rPr lang="ko-KR" altLang="en-US" dirty="0"/>
              <a:t>디스크 설정 </a:t>
            </a:r>
            <a:r>
              <a:rPr lang="en-US" altLang="ko-KR" dirty="0"/>
              <a:t>(Raid100)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EF616-7B3D-96AF-EE13-2F82CC78AFD4}"/>
              </a:ext>
            </a:extLst>
          </p:cNvPr>
          <p:cNvSpPr txBox="1"/>
          <p:nvPr/>
        </p:nvSpPr>
        <p:spPr>
          <a:xfrm>
            <a:off x="6525030" y="2413337"/>
            <a:ext cx="9172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/dev/md1 -l 1 -n 2 /dev/sdb1 /dev/sdc1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/dev/md2 -l 1 -n 2 /dev/sdd1 /dev/sde1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/dev/md10 -l 0 -n 2 /dev/md1 /dev/md2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/dev/md3 -l 1 -n 2 /dev/sdf1 /dev/sdg1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/dev/md4 -l 1 -n 2 /dev/sdh1 /dev/sdi1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/dev/md20 -l 0 -n 2 /dev/md3 /dev/md4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/dev/md100 -l 0 -n 2 /dev/md10 /dev/md20</a:t>
            </a:r>
            <a:endParaRPr lang="ko-KR" altLang="en-US" sz="14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1BB2D3A-2A83-6796-1F52-981EFAF4E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8" y="1093496"/>
            <a:ext cx="5382376" cy="511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9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0702-B780-FC61-C3FC-4E6BA15A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C4EB50-98C4-96A4-5DD4-426737D4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48E3A-E7C3-BA9E-33C5-BBE0828801B7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</a:t>
            </a:r>
            <a:r>
              <a:rPr lang="en-US" altLang="ko-KR" i="1" dirty="0"/>
              <a:t> 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AABB5-83C3-F10B-5055-7DF9C3251195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PV </a:t>
            </a:r>
            <a:r>
              <a:rPr lang="ko-KR" altLang="en-US" dirty="0"/>
              <a:t>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0F2AD1-39B9-90D7-C875-DE91FD008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116197"/>
            <a:ext cx="5649113" cy="15813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A79AA3-F5AC-727D-D500-55456759D83C}"/>
              </a:ext>
            </a:extLst>
          </p:cNvPr>
          <p:cNvSpPr txBox="1"/>
          <p:nvPr/>
        </p:nvSpPr>
        <p:spPr>
          <a:xfrm>
            <a:off x="674254" y="2877105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VG </a:t>
            </a:r>
            <a:r>
              <a:rPr lang="ko-KR" altLang="en-US" dirty="0"/>
              <a:t>생성 및 활성화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75C1DF2-150B-1583-11EF-32596A932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86" y="3348679"/>
            <a:ext cx="5601482" cy="19528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046219-35BB-E5A3-0BB2-D7E55675E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860" y="1875320"/>
            <a:ext cx="5277290" cy="26461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A8BD67-ED96-84A4-A278-0A61441D6EDE}"/>
              </a:ext>
            </a:extLst>
          </p:cNvPr>
          <p:cNvSpPr txBox="1"/>
          <p:nvPr/>
        </p:nvSpPr>
        <p:spPr>
          <a:xfrm>
            <a:off x="6590860" y="1357647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LV </a:t>
            </a:r>
            <a:r>
              <a:rPr lang="ko-KR" altLang="en-US" dirty="0"/>
              <a:t>생성 </a:t>
            </a:r>
          </a:p>
        </p:txBody>
      </p:sp>
    </p:spTree>
    <p:extLst>
      <p:ext uri="{BB962C8B-B14F-4D97-AF65-F5344CB8AC3E}">
        <p14:creationId xmlns:p14="http://schemas.microsoft.com/office/powerpoint/2010/main" val="904700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FA06C-39F4-5801-AD25-DCC72EF5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1F189E-3924-242D-10FE-C78C1EC3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2FCEF-7B0A-4D10-E5E8-0722A5006F4E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8DC36-2DA4-BBF1-E3E7-1467993A7765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/</a:t>
            </a:r>
            <a:r>
              <a:rPr lang="en-US" altLang="ko-KR" dirty="0" err="1"/>
              <a:t>quotahome</a:t>
            </a:r>
            <a:r>
              <a:rPr lang="en-US" altLang="ko-KR" dirty="0"/>
              <a:t> </a:t>
            </a:r>
            <a:r>
              <a:rPr lang="ko-KR" altLang="en-US" dirty="0"/>
              <a:t>디렉터리에 </a:t>
            </a:r>
            <a:r>
              <a:rPr lang="en-US" altLang="ko-KR" dirty="0"/>
              <a:t>ext4 quota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C2E0D8-DD4F-361B-3015-0A041296C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62" y="1018162"/>
            <a:ext cx="6087325" cy="25721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BD9C5A-7DC5-C9F0-D079-3A63BC93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597" y="520156"/>
            <a:ext cx="4341823" cy="614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F2720-23F3-075A-7A1B-3C36EF5F0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9D7D5-B4A5-E598-93E4-F2C066AE3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8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4B9A1-7F6C-F4FF-A678-A1CE651650BF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70F3D-0248-DF86-60FD-851961AAB474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쿼터 속성 설정</a:t>
            </a:r>
            <a:r>
              <a:rPr lang="en-US" altLang="ko-KR" dirty="0"/>
              <a:t>, </a:t>
            </a:r>
            <a:r>
              <a:rPr lang="ko-KR" altLang="en-US" dirty="0"/>
              <a:t>적용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3FAB84-9441-2D4E-ECD1-0247F251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018162"/>
            <a:ext cx="7412470" cy="31061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B6A998-AA33-0D7D-A594-03048B860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5" y="4410590"/>
            <a:ext cx="4248743" cy="2159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4EF195-24F5-B11E-AA4A-CA4734B81C4B}"/>
              </a:ext>
            </a:extLst>
          </p:cNvPr>
          <p:cNvSpPr txBox="1"/>
          <p:nvPr/>
        </p:nvSpPr>
        <p:spPr>
          <a:xfrm>
            <a:off x="5278870" y="5214427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자동 마운트 확인</a:t>
            </a:r>
          </a:p>
        </p:txBody>
      </p:sp>
    </p:spTree>
    <p:extLst>
      <p:ext uri="{BB962C8B-B14F-4D97-AF65-F5344CB8AC3E}">
        <p14:creationId xmlns:p14="http://schemas.microsoft.com/office/powerpoint/2010/main" val="413628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A79C0-EE42-5DFC-73EE-61DC25671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36E1A-BE93-F2B5-C102-CE287B9A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E4B90-28B9-8F07-4828-5A5F92EFF8A9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5)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D3721-237D-64BD-724C-AEA6179FEA56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그룹생성 과 권한 부여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4CF53B7-6535-4573-3FC5-43D347A9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9" y="1191817"/>
            <a:ext cx="2820557" cy="1866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4B1344-22DD-51C3-9CC5-AFA19AB13BC0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groupadd</a:t>
            </a:r>
            <a:r>
              <a:rPr lang="en-US" altLang="ko-KR" sz="900" dirty="0"/>
              <a:t> </a:t>
            </a:r>
            <a:r>
              <a:rPr lang="ko-KR" altLang="en-US" sz="900" dirty="0"/>
              <a:t>명령어로 각 그룹 생성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07A0B-E810-5860-3255-3ADBB9CD6D63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2079E8-DC4E-EC0E-86FD-1EB59BFC0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656" y="1288941"/>
            <a:ext cx="2805665" cy="1769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FFA8F1-9BD1-4517-49A5-85263CEED643}"/>
              </a:ext>
            </a:extLst>
          </p:cNvPr>
          <p:cNvSpPr txBox="1"/>
          <p:nvPr/>
        </p:nvSpPr>
        <p:spPr>
          <a:xfrm>
            <a:off x="3338656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계정 상황에 맞게 설정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51C26-1C76-5032-9A80-5E42FC83846D}"/>
              </a:ext>
            </a:extLst>
          </p:cNvPr>
          <p:cNvSpPr txBox="1"/>
          <p:nvPr/>
        </p:nvSpPr>
        <p:spPr>
          <a:xfrm>
            <a:off x="247649" y="3466749"/>
            <a:ext cx="922885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101 -g management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/mgt1 -m mgt1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102 -g management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/mgt2 -e 2026-10-31 -m mgt2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103 -g management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/mgt3 -s 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r>
              <a:rPr lang="en-US" altLang="ko-KR" sz="1600" dirty="0"/>
              <a:t> mgt3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201 -g sale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/sale1 -m sale1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202 -g sale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/sale2 -e 2026-10-31 -m sale2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203 -g sale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/sale3 -s 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r>
              <a:rPr lang="en-US" altLang="ko-KR" sz="1600" dirty="0"/>
              <a:t> sale3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301 -g </a:t>
            </a:r>
            <a:r>
              <a:rPr lang="en-US" altLang="ko-KR" sz="1600" dirty="0" err="1"/>
              <a:t>hrd</a:t>
            </a:r>
            <a:r>
              <a:rPr lang="en-US" altLang="ko-KR" sz="1600" dirty="0"/>
              <a:t>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/hrd1 -m hrd1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302 -g </a:t>
            </a:r>
            <a:r>
              <a:rPr lang="en-US" altLang="ko-KR" sz="1600" dirty="0" err="1"/>
              <a:t>hrd</a:t>
            </a:r>
            <a:r>
              <a:rPr lang="en-US" altLang="ko-KR" sz="1600" dirty="0"/>
              <a:t>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/hrd2 -e 2026-10-31 -m hrd2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303 -g </a:t>
            </a:r>
            <a:r>
              <a:rPr lang="en-US" altLang="ko-KR" sz="1600" dirty="0" err="1"/>
              <a:t>hrd</a:t>
            </a:r>
            <a:r>
              <a:rPr lang="en-US" altLang="ko-KR" sz="1600" dirty="0"/>
              <a:t>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/hrd3 -s 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r>
              <a:rPr lang="en-US" altLang="ko-KR" sz="1600" dirty="0"/>
              <a:t> hrd3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24672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8443-0B83-EAB7-12CD-B9801AEF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40CF7-8EC9-6736-F791-B8D71585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0DF55-1527-0F71-6080-36CC4327EA85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5)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28B02-D8F6-D0B6-FB55-FE95864342A9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특정 사용자 </a:t>
            </a:r>
            <a:r>
              <a:rPr lang="en-US" altLang="ko-KR" dirty="0"/>
              <a:t>Quota </a:t>
            </a:r>
            <a:r>
              <a:rPr lang="ko-KR" altLang="en-US" dirty="0"/>
              <a:t>설정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2FB8008-D1A5-0AC7-F622-857D9BA7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9" y="1288941"/>
            <a:ext cx="2805665" cy="17692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9DE284-A630-4A07-3D0B-96FDB5952CEC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quota</a:t>
            </a:r>
            <a:r>
              <a:rPr lang="ko-KR" altLang="en-US" sz="900" dirty="0"/>
              <a:t>설치 확인 및 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EDAD8-6B07-7CB2-A96C-1B8B796AA51E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A456C81-2730-B057-90FA-5C72468C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85" y="1192382"/>
            <a:ext cx="2805665" cy="18657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BA788A-4C40-D079-D415-E7A002E2BFAA}"/>
              </a:ext>
            </a:extLst>
          </p:cNvPr>
          <p:cNvSpPr txBox="1"/>
          <p:nvPr/>
        </p:nvSpPr>
        <p:spPr>
          <a:xfrm>
            <a:off x="3338656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Quota </a:t>
            </a:r>
            <a:r>
              <a:rPr lang="ko-KR" altLang="en-US" sz="900" dirty="0"/>
              <a:t>데이터 베이스 파일 생성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4B209-63F1-8365-17C2-D3168FFB1E5A}"/>
              </a:ext>
            </a:extLst>
          </p:cNvPr>
          <p:cNvSpPr txBox="1"/>
          <p:nvPr/>
        </p:nvSpPr>
        <p:spPr>
          <a:xfrm>
            <a:off x="6095999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2C204-D704-D3C3-0682-7058B2F6ADDE}"/>
              </a:ext>
            </a:extLst>
          </p:cNvPr>
          <p:cNvSpPr txBox="1"/>
          <p:nvPr/>
        </p:nvSpPr>
        <p:spPr>
          <a:xfrm>
            <a:off x="6383770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Quota </a:t>
            </a:r>
            <a:r>
              <a:rPr lang="ko-KR" altLang="en-US" sz="900" dirty="0"/>
              <a:t>활성화 후 확인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3FA0185-8D19-F910-A0B9-97164A2C9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35" y="1181527"/>
            <a:ext cx="2805665" cy="18657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94FBDE-2BF0-90A9-7AB1-B3223EB22551}"/>
              </a:ext>
            </a:extLst>
          </p:cNvPr>
          <p:cNvSpPr txBox="1"/>
          <p:nvPr/>
        </p:nvSpPr>
        <p:spPr>
          <a:xfrm>
            <a:off x="9061616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B54063-03B7-234A-8B09-4B3AA4A83D68}"/>
              </a:ext>
            </a:extLst>
          </p:cNvPr>
          <p:cNvSpPr txBox="1"/>
          <p:nvPr/>
        </p:nvSpPr>
        <p:spPr>
          <a:xfrm>
            <a:off x="9476509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sudo</a:t>
            </a:r>
            <a:r>
              <a:rPr lang="en-US" altLang="ko-KR" sz="900" dirty="0"/>
              <a:t> </a:t>
            </a:r>
            <a:r>
              <a:rPr lang="en-US" altLang="ko-KR" sz="900" dirty="0" err="1"/>
              <a:t>edquota</a:t>
            </a:r>
            <a:r>
              <a:rPr lang="en-US" altLang="ko-KR" sz="900" dirty="0"/>
              <a:t> -u </a:t>
            </a:r>
            <a:r>
              <a:rPr lang="ko-KR" altLang="en-US" sz="900" dirty="0"/>
              <a:t>명령어로 블록제한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5358D2F-B8C6-E970-8A31-6743D8FF9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770" y="1181527"/>
            <a:ext cx="2792844" cy="18549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484201F-4667-1398-497A-4A3C9B6E49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01" y="3542314"/>
            <a:ext cx="5487166" cy="247684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EA8FC79-6996-9FB5-1088-2A3D4EE4D6E3}"/>
              </a:ext>
            </a:extLst>
          </p:cNvPr>
          <p:cNvSpPr txBox="1"/>
          <p:nvPr/>
        </p:nvSpPr>
        <p:spPr>
          <a:xfrm>
            <a:off x="5758967" y="3684123"/>
            <a:ext cx="63406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Management </a:t>
            </a:r>
            <a:r>
              <a:rPr lang="ko-KR" altLang="en-US" sz="1600" dirty="0"/>
              <a:t>그룹의 유저 </a:t>
            </a:r>
            <a:r>
              <a:rPr lang="en-US" altLang="ko-KR" sz="1600" dirty="0"/>
              <a:t>1(</a:t>
            </a:r>
            <a:r>
              <a:rPr lang="en-US" altLang="ko-KR" sz="1600" dirty="0" err="1"/>
              <a:t>uid</a:t>
            </a:r>
            <a:r>
              <a:rPr lang="en-US" altLang="ko-KR" sz="1600" dirty="0"/>
              <a:t> 101) : </a:t>
            </a:r>
            <a:r>
              <a:rPr lang="ko-KR" altLang="en-US" sz="1600" dirty="0"/>
              <a:t>블록 제한을 통한 </a:t>
            </a:r>
            <a:r>
              <a:rPr lang="en-US" altLang="ko-KR" sz="1600" dirty="0"/>
              <a:t>soft </a:t>
            </a:r>
            <a:r>
              <a:rPr lang="ko-KR" altLang="en-US" sz="1600" dirty="0"/>
              <a:t>제한 </a:t>
            </a:r>
            <a:r>
              <a:rPr lang="en-US" altLang="ko-KR" sz="1600" dirty="0"/>
              <a:t>10MB, hard </a:t>
            </a:r>
            <a:r>
              <a:rPr lang="ko-KR" altLang="en-US" sz="1600" dirty="0"/>
              <a:t>제한 </a:t>
            </a:r>
            <a:r>
              <a:rPr lang="en-US" altLang="ko-KR" sz="1600" dirty="0"/>
              <a:t>10MB </a:t>
            </a:r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/>
              <a:t>Sales </a:t>
            </a:r>
            <a:r>
              <a:rPr lang="ko-KR" altLang="en-US" sz="1600" dirty="0"/>
              <a:t>그룹의 유저 </a:t>
            </a:r>
            <a:r>
              <a:rPr lang="en-US" altLang="ko-KR" sz="1600" dirty="0"/>
              <a:t>1(</a:t>
            </a:r>
            <a:r>
              <a:rPr lang="en-US" altLang="ko-KR" sz="1600" dirty="0" err="1"/>
              <a:t>uid</a:t>
            </a:r>
            <a:r>
              <a:rPr lang="en-US" altLang="ko-KR" sz="1600" dirty="0"/>
              <a:t> 201) : </a:t>
            </a:r>
            <a:r>
              <a:rPr lang="ko-KR" altLang="en-US" sz="1600" dirty="0"/>
              <a:t>블록 제한을 통한 </a:t>
            </a:r>
            <a:r>
              <a:rPr lang="en-US" altLang="ko-KR" sz="1600" dirty="0"/>
              <a:t>soft </a:t>
            </a:r>
            <a:r>
              <a:rPr lang="ko-KR" altLang="en-US" sz="1600" dirty="0"/>
              <a:t>제한 </a:t>
            </a:r>
            <a:r>
              <a:rPr lang="en-US" altLang="ko-KR" sz="1600" dirty="0"/>
              <a:t>25MB, hard </a:t>
            </a:r>
            <a:r>
              <a:rPr lang="ko-KR" altLang="en-US" sz="1600" dirty="0"/>
              <a:t>제한 </a:t>
            </a:r>
            <a:r>
              <a:rPr lang="en-US" altLang="ko-KR" sz="1600" dirty="0"/>
              <a:t>50MB</a:t>
            </a:r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/>
              <a:t> HRD </a:t>
            </a:r>
            <a:r>
              <a:rPr lang="ko-KR" altLang="en-US" sz="1600" dirty="0"/>
              <a:t>그룹의 유저 </a:t>
            </a:r>
            <a:r>
              <a:rPr lang="en-US" altLang="ko-KR" sz="1600" dirty="0"/>
              <a:t>1(</a:t>
            </a:r>
            <a:r>
              <a:rPr lang="en-US" altLang="ko-KR" sz="1600" dirty="0" err="1"/>
              <a:t>uid</a:t>
            </a:r>
            <a:r>
              <a:rPr lang="en-US" altLang="ko-KR" sz="1600" dirty="0"/>
              <a:t> 301) : 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 </a:t>
            </a:r>
            <a:r>
              <a:rPr lang="ko-KR" altLang="en-US" sz="1600" dirty="0"/>
              <a:t>개수 제한을 통한 </a:t>
            </a:r>
            <a:r>
              <a:rPr lang="en-US" altLang="ko-KR" sz="1600" dirty="0"/>
              <a:t>soft </a:t>
            </a:r>
            <a:r>
              <a:rPr lang="ko-KR" altLang="en-US" sz="1600" dirty="0"/>
              <a:t>제한 </a:t>
            </a:r>
            <a:r>
              <a:rPr lang="en-US" altLang="ko-KR" sz="1600" dirty="0"/>
              <a:t>50</a:t>
            </a:r>
            <a:r>
              <a:rPr lang="ko-KR" altLang="en-US" sz="1600" dirty="0"/>
              <a:t>개</a:t>
            </a:r>
            <a:r>
              <a:rPr lang="en-US" altLang="ko-KR" sz="1600" dirty="0"/>
              <a:t>, hard </a:t>
            </a:r>
            <a:r>
              <a:rPr lang="ko-KR" altLang="en-US" sz="1600" dirty="0"/>
              <a:t>제한 </a:t>
            </a:r>
            <a:r>
              <a:rPr lang="en-US" altLang="ko-KR" sz="1600" dirty="0"/>
              <a:t>100</a:t>
            </a:r>
            <a:r>
              <a:rPr lang="ko-KR" altLang="en-US" sz="16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6535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Microsoft Office PowerPoint</Application>
  <PresentationFormat>와이드스크린</PresentationFormat>
  <Paragraphs>105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4gl</dc:creator>
  <cp:lastModifiedBy>4gl</cp:lastModifiedBy>
  <cp:revision>2</cp:revision>
  <dcterms:created xsi:type="dcterms:W3CDTF">2026-04-23T03:14:21Z</dcterms:created>
  <dcterms:modified xsi:type="dcterms:W3CDTF">2026-04-23T03:15:09Z</dcterms:modified>
</cp:coreProperties>
</file>