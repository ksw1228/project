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6" r:id="rId2"/>
    <p:sldId id="268" r:id="rId3"/>
    <p:sldId id="26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047B58-8210-4CD9-ABE6-BB363141756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21EB00B-65E1-46DA-B959-22C59DB08AD6}">
      <dgm:prSet phldrT="[텍스트]"/>
      <dgm:spPr/>
      <dgm:t>
        <a:bodyPr/>
        <a:lstStyle/>
        <a:p>
          <a:pPr latinLnBrk="1"/>
          <a:r>
            <a:rPr lang="en-US" altLang="ko-KR" dirty="0"/>
            <a:t>Telnet</a:t>
          </a:r>
          <a:endParaRPr lang="ko-KR" altLang="en-US" dirty="0"/>
        </a:p>
      </dgm:t>
    </dgm:pt>
    <dgm:pt modelId="{3B098509-B3D8-41B6-8671-27EF4D95C930}" type="parTrans" cxnId="{29B44C40-27C7-4B1E-9A24-AA0ADF1418E6}">
      <dgm:prSet/>
      <dgm:spPr/>
      <dgm:t>
        <a:bodyPr/>
        <a:lstStyle/>
        <a:p>
          <a:pPr latinLnBrk="1"/>
          <a:endParaRPr lang="ko-KR" altLang="en-US"/>
        </a:p>
      </dgm:t>
    </dgm:pt>
    <dgm:pt modelId="{A9678FCB-8991-4F44-BB3E-241753EA19F1}" type="sibTrans" cxnId="{29B44C40-27C7-4B1E-9A24-AA0ADF1418E6}">
      <dgm:prSet/>
      <dgm:spPr/>
      <dgm:t>
        <a:bodyPr/>
        <a:lstStyle/>
        <a:p>
          <a:pPr latinLnBrk="1"/>
          <a:endParaRPr lang="ko-KR" altLang="en-US"/>
        </a:p>
      </dgm:t>
    </dgm:pt>
    <dgm:pt modelId="{3A2F479B-13D3-4A71-9F95-DDD65C99F2ED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장점</a:t>
          </a:r>
          <a:r>
            <a:rPr lang="en-US" altLang="ko-KR" sz="1600" b="1" dirty="0"/>
            <a:t>:</a:t>
          </a:r>
          <a:r>
            <a:rPr lang="ko-KR" altLang="en-US" sz="1600" dirty="0"/>
            <a:t> </a:t>
          </a:r>
          <a:r>
            <a:rPr lang="ko-KR" altLang="en-US" sz="1600" b="1" dirty="0"/>
            <a:t>가볍고 빠른 속도</a:t>
          </a:r>
          <a:endParaRPr lang="ko-KR" altLang="en-US" sz="1600" dirty="0"/>
        </a:p>
      </dgm:t>
    </dgm:pt>
    <dgm:pt modelId="{DCC5B646-8312-410A-B91F-676B1DF75BE7}" type="parTrans" cxnId="{E99AC46A-BDCD-4F18-8BDD-3A2E1A2315BD}">
      <dgm:prSet/>
      <dgm:spPr/>
      <dgm:t>
        <a:bodyPr/>
        <a:lstStyle/>
        <a:p>
          <a:pPr latinLnBrk="1"/>
          <a:endParaRPr lang="ko-KR" altLang="en-US"/>
        </a:p>
      </dgm:t>
    </dgm:pt>
    <dgm:pt modelId="{9455D788-3395-4D63-9D4D-1E7BA432598D}" type="sibTrans" cxnId="{E99AC46A-BDCD-4F18-8BDD-3A2E1A2315BD}">
      <dgm:prSet/>
      <dgm:spPr/>
      <dgm:t>
        <a:bodyPr/>
        <a:lstStyle/>
        <a:p>
          <a:pPr latinLnBrk="1"/>
          <a:endParaRPr lang="ko-KR" altLang="en-US"/>
        </a:p>
      </dgm:t>
    </dgm:pt>
    <dgm:pt modelId="{C293EE27-7DCE-4CB6-81DB-9D91BCB51C74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단점</a:t>
          </a:r>
          <a:r>
            <a:rPr lang="en-US" altLang="ko-KR" sz="1600" b="1" dirty="0"/>
            <a:t>:</a:t>
          </a:r>
          <a:r>
            <a:rPr lang="ko-KR" altLang="en-US" sz="1600" dirty="0"/>
            <a:t> </a:t>
          </a:r>
          <a:r>
            <a:rPr lang="ko-KR" altLang="en-US" sz="1600" b="1" dirty="0"/>
            <a:t>보안 취약성</a:t>
          </a:r>
          <a:endParaRPr lang="ko-KR" altLang="en-US" sz="1600" dirty="0"/>
        </a:p>
      </dgm:t>
    </dgm:pt>
    <dgm:pt modelId="{F3157524-8097-4699-B59E-E47B20ED1545}" type="parTrans" cxnId="{5AFE2DE6-FFAF-4A59-BD76-945BF00A204F}">
      <dgm:prSet/>
      <dgm:spPr/>
      <dgm:t>
        <a:bodyPr/>
        <a:lstStyle/>
        <a:p>
          <a:pPr latinLnBrk="1"/>
          <a:endParaRPr lang="ko-KR" altLang="en-US"/>
        </a:p>
      </dgm:t>
    </dgm:pt>
    <dgm:pt modelId="{78BB5AD0-0147-405F-9CA6-8632C17DEE30}" type="sibTrans" cxnId="{5AFE2DE6-FFAF-4A59-BD76-945BF00A204F}">
      <dgm:prSet/>
      <dgm:spPr/>
      <dgm:t>
        <a:bodyPr/>
        <a:lstStyle/>
        <a:p>
          <a:pPr latinLnBrk="1"/>
          <a:endParaRPr lang="ko-KR" altLang="en-US"/>
        </a:p>
      </dgm:t>
    </dgm:pt>
    <dgm:pt modelId="{D57F6D33-F7B1-4D95-8BD0-39DACA90141F}">
      <dgm:prSet phldrT="[텍스트]"/>
      <dgm:spPr/>
      <dgm:t>
        <a:bodyPr/>
        <a:lstStyle/>
        <a:p>
          <a:pPr latinLnBrk="1"/>
          <a:r>
            <a:rPr lang="en-US" altLang="ko-KR" dirty="0"/>
            <a:t>SSH</a:t>
          </a:r>
          <a:endParaRPr lang="ko-KR" altLang="en-US" dirty="0"/>
        </a:p>
      </dgm:t>
    </dgm:pt>
    <dgm:pt modelId="{911DE575-633E-49AD-9683-03225AD5EE2D}" type="parTrans" cxnId="{343F6F63-754B-40E0-BB2D-408369DBFD77}">
      <dgm:prSet/>
      <dgm:spPr/>
      <dgm:t>
        <a:bodyPr/>
        <a:lstStyle/>
        <a:p>
          <a:pPr latinLnBrk="1"/>
          <a:endParaRPr lang="ko-KR" altLang="en-US"/>
        </a:p>
      </dgm:t>
    </dgm:pt>
    <dgm:pt modelId="{C28C8512-2D09-4096-B1C7-8EE34CADCCA5}" type="sibTrans" cxnId="{343F6F63-754B-40E0-BB2D-408369DBFD77}">
      <dgm:prSet/>
      <dgm:spPr/>
      <dgm:t>
        <a:bodyPr/>
        <a:lstStyle/>
        <a:p>
          <a:pPr latinLnBrk="1"/>
          <a:endParaRPr lang="ko-KR" altLang="en-US"/>
        </a:p>
      </dgm:t>
    </dgm:pt>
    <dgm:pt modelId="{AC4FB8A6-8989-4E97-BEAB-B8A3CA48F50B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장점</a:t>
          </a:r>
          <a:r>
            <a:rPr lang="en-US" altLang="ko-KR" sz="1600" b="1" dirty="0"/>
            <a:t>:</a:t>
          </a:r>
          <a:r>
            <a:rPr lang="ko-KR" altLang="en-US" sz="1600" dirty="0"/>
            <a:t> </a:t>
          </a:r>
          <a:r>
            <a:rPr lang="ko-KR" altLang="en-US" sz="1600" b="1" dirty="0"/>
            <a:t>보안 통신</a:t>
          </a:r>
          <a:endParaRPr lang="ko-KR" altLang="en-US" sz="1600" baseline="0" dirty="0"/>
        </a:p>
      </dgm:t>
    </dgm:pt>
    <dgm:pt modelId="{F62ECD69-C15C-4CDD-88DD-D0460EBFA663}" type="parTrans" cxnId="{E17082AB-EF8B-4ED1-9332-C6FE10E92CD9}">
      <dgm:prSet/>
      <dgm:spPr/>
      <dgm:t>
        <a:bodyPr/>
        <a:lstStyle/>
        <a:p>
          <a:pPr latinLnBrk="1"/>
          <a:endParaRPr lang="ko-KR" altLang="en-US"/>
        </a:p>
      </dgm:t>
    </dgm:pt>
    <dgm:pt modelId="{8DFCFF3D-7164-45D9-9C65-D3CED7EB4E43}" type="sibTrans" cxnId="{E17082AB-EF8B-4ED1-9332-C6FE10E92CD9}">
      <dgm:prSet/>
      <dgm:spPr/>
      <dgm:t>
        <a:bodyPr/>
        <a:lstStyle/>
        <a:p>
          <a:pPr latinLnBrk="1"/>
          <a:endParaRPr lang="ko-KR" altLang="en-US"/>
        </a:p>
      </dgm:t>
    </dgm:pt>
    <dgm:pt modelId="{B27AE6F9-2389-4415-8EA1-5DB24D4EB837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단점</a:t>
          </a:r>
          <a:r>
            <a:rPr lang="en-US" altLang="ko-KR" sz="1600" b="1" dirty="0"/>
            <a:t>: </a:t>
          </a:r>
          <a:r>
            <a:rPr lang="ko-KR" altLang="en-US" sz="1600" b="0" dirty="0"/>
            <a:t>아이디와 비밀번호 기반이기 때문에 공격에 지속적으로 노출될 수 있다</a:t>
          </a:r>
          <a:r>
            <a:rPr lang="en-US" altLang="ko-KR" sz="1600" b="0" dirty="0"/>
            <a:t>.</a:t>
          </a:r>
          <a:endParaRPr lang="ko-KR" altLang="en-US" sz="1600" b="0" baseline="0" dirty="0"/>
        </a:p>
      </dgm:t>
    </dgm:pt>
    <dgm:pt modelId="{4C54903E-34E1-4670-BE52-E5381A099C37}" type="parTrans" cxnId="{7C5F0B52-4407-4A37-B9E1-E5898DC27E15}">
      <dgm:prSet/>
      <dgm:spPr/>
      <dgm:t>
        <a:bodyPr/>
        <a:lstStyle/>
        <a:p>
          <a:pPr latinLnBrk="1"/>
          <a:endParaRPr lang="ko-KR" altLang="en-US"/>
        </a:p>
      </dgm:t>
    </dgm:pt>
    <dgm:pt modelId="{A154CDA8-90F5-4BFA-99F8-944DE8814735}" type="sibTrans" cxnId="{7C5F0B52-4407-4A37-B9E1-E5898DC27E15}">
      <dgm:prSet/>
      <dgm:spPr/>
      <dgm:t>
        <a:bodyPr/>
        <a:lstStyle/>
        <a:p>
          <a:pPr latinLnBrk="1"/>
          <a:endParaRPr lang="ko-KR" altLang="en-US"/>
        </a:p>
      </dgm:t>
    </dgm:pt>
    <dgm:pt modelId="{D49B378B-010C-4B4B-AE52-0AF08B0ED8EF}">
      <dgm:prSet phldrT="[텍스트]"/>
      <dgm:spPr/>
      <dgm:t>
        <a:bodyPr/>
        <a:lstStyle/>
        <a:p>
          <a:pPr latinLnBrk="1">
            <a:buNone/>
          </a:pPr>
          <a:r>
            <a:rPr lang="en-US" dirty="0"/>
            <a:t>SSH Key Exchange</a:t>
          </a:r>
          <a:endParaRPr lang="ko-KR" altLang="en-US" dirty="0"/>
        </a:p>
      </dgm:t>
    </dgm:pt>
    <dgm:pt modelId="{34EAB454-C612-44AA-8B7F-69502FAF39BF}" type="parTrans" cxnId="{9DB41DDA-09F2-4276-97E2-B5D54E94B5FB}">
      <dgm:prSet/>
      <dgm:spPr/>
      <dgm:t>
        <a:bodyPr/>
        <a:lstStyle/>
        <a:p>
          <a:pPr latinLnBrk="1"/>
          <a:endParaRPr lang="ko-KR" altLang="en-US"/>
        </a:p>
      </dgm:t>
    </dgm:pt>
    <dgm:pt modelId="{A4B92F30-78A2-47BC-812B-B3BA513A4F9A}" type="sibTrans" cxnId="{9DB41DDA-09F2-4276-97E2-B5D54E94B5FB}">
      <dgm:prSet/>
      <dgm:spPr/>
      <dgm:t>
        <a:bodyPr/>
        <a:lstStyle/>
        <a:p>
          <a:pPr latinLnBrk="1"/>
          <a:endParaRPr lang="ko-KR" altLang="en-US"/>
        </a:p>
      </dgm:t>
    </dgm:pt>
    <dgm:pt modelId="{60B095C2-5A3A-4728-825F-E36F704DD46D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장점</a:t>
          </a:r>
          <a:r>
            <a:rPr lang="en-US" altLang="ko-KR" sz="1600" b="1" dirty="0"/>
            <a:t>:</a:t>
          </a:r>
          <a:r>
            <a:rPr lang="ko-KR" altLang="en-US" sz="1600" dirty="0"/>
            <a:t> </a:t>
          </a:r>
          <a:r>
            <a:rPr lang="ko-KR" altLang="en-US" sz="1600" b="1" dirty="0"/>
            <a:t>최상급 보안성</a:t>
          </a:r>
          <a:r>
            <a:rPr lang="en-US" altLang="ko-KR" sz="1600" b="1" dirty="0"/>
            <a:t>. </a:t>
          </a:r>
          <a:endParaRPr lang="ko-KR" altLang="en-US" sz="1600" baseline="0" dirty="0"/>
        </a:p>
      </dgm:t>
    </dgm:pt>
    <dgm:pt modelId="{BD83E7EF-CD87-4123-8E69-6B73A35F8BEE}" type="parTrans" cxnId="{36792147-880D-489E-9F5C-437B0E724660}">
      <dgm:prSet/>
      <dgm:spPr/>
      <dgm:t>
        <a:bodyPr/>
        <a:lstStyle/>
        <a:p>
          <a:pPr latinLnBrk="1"/>
          <a:endParaRPr lang="ko-KR" altLang="en-US"/>
        </a:p>
      </dgm:t>
    </dgm:pt>
    <dgm:pt modelId="{0EBED233-01EB-484B-A509-BFE8340A17AA}" type="sibTrans" cxnId="{36792147-880D-489E-9F5C-437B0E724660}">
      <dgm:prSet/>
      <dgm:spPr/>
      <dgm:t>
        <a:bodyPr/>
        <a:lstStyle/>
        <a:p>
          <a:pPr latinLnBrk="1"/>
          <a:endParaRPr lang="ko-KR" altLang="en-US"/>
        </a:p>
      </dgm:t>
    </dgm:pt>
    <dgm:pt modelId="{4639A2B8-6A71-4699-B2BC-13BDF70AF90C}">
      <dgm:prSet phldrT="[텍스트]" phldr="0" custT="1"/>
      <dgm:spPr/>
      <dgm:t>
        <a:bodyPr/>
        <a:lstStyle/>
        <a:p>
          <a:pPr latinLnBrk="1"/>
          <a:r>
            <a:rPr lang="ko-KR" altLang="en-US" sz="1600" dirty="0"/>
            <a:t>복잡한 알고리즘으로 생성된 키를 사용하므로 개인키가 없는 한 서버에 절대 접속할 수 없다</a:t>
          </a:r>
          <a:r>
            <a:rPr lang="en-US" altLang="ko-KR" sz="1600" dirty="0"/>
            <a:t>.</a:t>
          </a:r>
          <a:endParaRPr lang="ko-KR" altLang="en-US" sz="1600" baseline="0" dirty="0"/>
        </a:p>
      </dgm:t>
    </dgm:pt>
    <dgm:pt modelId="{6DC254A1-BCFE-4FDD-9C2F-200B4F186F89}" type="parTrans" cxnId="{03CAA13E-1490-4CEA-86B0-B3A0113CCBC9}">
      <dgm:prSet/>
      <dgm:spPr/>
      <dgm:t>
        <a:bodyPr/>
        <a:lstStyle/>
        <a:p>
          <a:pPr latinLnBrk="1"/>
          <a:endParaRPr lang="ko-KR" altLang="en-US"/>
        </a:p>
      </dgm:t>
    </dgm:pt>
    <dgm:pt modelId="{E8CCC264-132A-44AF-AAEF-BD086A0C6425}" type="sibTrans" cxnId="{03CAA13E-1490-4CEA-86B0-B3A0113CCBC9}">
      <dgm:prSet/>
      <dgm:spPr/>
      <dgm:t>
        <a:bodyPr/>
        <a:lstStyle/>
        <a:p>
          <a:pPr latinLnBrk="1"/>
          <a:endParaRPr lang="ko-KR" altLang="en-US"/>
        </a:p>
      </dgm:t>
    </dgm:pt>
    <dgm:pt modelId="{146B366C-2ADE-4E7F-A519-6853B4F316D7}" type="pres">
      <dgm:prSet presAssocID="{09047B58-8210-4CD9-ABE6-BB3631417566}" presName="Name0" presStyleCnt="0">
        <dgm:presLayoutVars>
          <dgm:dir/>
          <dgm:animLvl val="lvl"/>
          <dgm:resizeHandles val="exact"/>
        </dgm:presLayoutVars>
      </dgm:prSet>
      <dgm:spPr/>
    </dgm:pt>
    <dgm:pt modelId="{B56AF900-A459-4AB8-9226-8B965FFC7D67}" type="pres">
      <dgm:prSet presAssocID="{121EB00B-65E1-46DA-B959-22C59DB08AD6}" presName="composite" presStyleCnt="0"/>
      <dgm:spPr/>
    </dgm:pt>
    <dgm:pt modelId="{4D8DB402-BD9C-4AFF-AC6E-90E56AF4B41D}" type="pres">
      <dgm:prSet presAssocID="{121EB00B-65E1-46DA-B959-22C59DB08AD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A6B824E-691F-4D1E-AA0B-2D5429CB1320}" type="pres">
      <dgm:prSet presAssocID="{121EB00B-65E1-46DA-B959-22C59DB08AD6}" presName="desTx" presStyleLbl="alignAccFollowNode1" presStyleIdx="0" presStyleCnt="3">
        <dgm:presLayoutVars>
          <dgm:bulletEnabled val="1"/>
        </dgm:presLayoutVars>
      </dgm:prSet>
      <dgm:spPr/>
    </dgm:pt>
    <dgm:pt modelId="{58DF4351-7AC6-4E2D-82CF-290DE2013A1E}" type="pres">
      <dgm:prSet presAssocID="{A9678FCB-8991-4F44-BB3E-241753EA19F1}" presName="space" presStyleCnt="0"/>
      <dgm:spPr/>
    </dgm:pt>
    <dgm:pt modelId="{CB09AE6E-8B1D-416B-A15D-85938331A836}" type="pres">
      <dgm:prSet presAssocID="{D57F6D33-F7B1-4D95-8BD0-39DACA90141F}" presName="composite" presStyleCnt="0"/>
      <dgm:spPr/>
    </dgm:pt>
    <dgm:pt modelId="{3B4DB26C-9DD1-4EAE-878E-3AC73AD6A217}" type="pres">
      <dgm:prSet presAssocID="{D57F6D33-F7B1-4D95-8BD0-39DACA90141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8E25AFB-0EE2-48F6-AE03-00A37FFF4549}" type="pres">
      <dgm:prSet presAssocID="{D57F6D33-F7B1-4D95-8BD0-39DACA90141F}" presName="desTx" presStyleLbl="alignAccFollowNode1" presStyleIdx="1" presStyleCnt="3">
        <dgm:presLayoutVars>
          <dgm:bulletEnabled val="1"/>
        </dgm:presLayoutVars>
      </dgm:prSet>
      <dgm:spPr/>
    </dgm:pt>
    <dgm:pt modelId="{4F979E27-2974-4E26-8A51-B60F78179F74}" type="pres">
      <dgm:prSet presAssocID="{C28C8512-2D09-4096-B1C7-8EE34CADCCA5}" presName="space" presStyleCnt="0"/>
      <dgm:spPr/>
    </dgm:pt>
    <dgm:pt modelId="{DB87C2A6-667F-4CFE-B1C1-4C255E404D0D}" type="pres">
      <dgm:prSet presAssocID="{D49B378B-010C-4B4B-AE52-0AF08B0ED8EF}" presName="composite" presStyleCnt="0"/>
      <dgm:spPr/>
    </dgm:pt>
    <dgm:pt modelId="{7D4502DB-3ED4-4ACB-A8B7-4F3CA963ED79}" type="pres">
      <dgm:prSet presAssocID="{D49B378B-010C-4B4B-AE52-0AF08B0ED8E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E4AD968-E576-48BC-9385-EE4B2CC401D2}" type="pres">
      <dgm:prSet presAssocID="{D49B378B-010C-4B4B-AE52-0AF08B0ED8E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3BA810C-9C73-481D-B42C-BF808CE66B51}" type="presOf" srcId="{C293EE27-7DCE-4CB6-81DB-9D91BCB51C74}" destId="{3A6B824E-691F-4D1E-AA0B-2D5429CB1320}" srcOrd="0" destOrd="1" presId="urn:microsoft.com/office/officeart/2005/8/layout/hList1"/>
    <dgm:cxn modelId="{1C82610D-6246-48F8-97D1-E51DB682BB87}" type="presOf" srcId="{09047B58-8210-4CD9-ABE6-BB3631417566}" destId="{146B366C-2ADE-4E7F-A519-6853B4F316D7}" srcOrd="0" destOrd="0" presId="urn:microsoft.com/office/officeart/2005/8/layout/hList1"/>
    <dgm:cxn modelId="{9C00F511-8A44-4CE7-9B6A-8B87EBAD71D8}" type="presOf" srcId="{D57F6D33-F7B1-4D95-8BD0-39DACA90141F}" destId="{3B4DB26C-9DD1-4EAE-878E-3AC73AD6A217}" srcOrd="0" destOrd="0" presId="urn:microsoft.com/office/officeart/2005/8/layout/hList1"/>
    <dgm:cxn modelId="{CF246535-2536-4412-AD36-DB46056E24FC}" type="presOf" srcId="{B27AE6F9-2389-4415-8EA1-5DB24D4EB837}" destId="{E8E25AFB-0EE2-48F6-AE03-00A37FFF4549}" srcOrd="0" destOrd="1" presId="urn:microsoft.com/office/officeart/2005/8/layout/hList1"/>
    <dgm:cxn modelId="{E381103C-A9EF-407B-9947-4CE248EAE7B0}" type="presOf" srcId="{D49B378B-010C-4B4B-AE52-0AF08B0ED8EF}" destId="{7D4502DB-3ED4-4ACB-A8B7-4F3CA963ED79}" srcOrd="0" destOrd="0" presId="urn:microsoft.com/office/officeart/2005/8/layout/hList1"/>
    <dgm:cxn modelId="{03CAA13E-1490-4CEA-86B0-B3A0113CCBC9}" srcId="{D49B378B-010C-4B4B-AE52-0AF08B0ED8EF}" destId="{4639A2B8-6A71-4699-B2BC-13BDF70AF90C}" srcOrd="1" destOrd="0" parTransId="{6DC254A1-BCFE-4FDD-9C2F-200B4F186F89}" sibTransId="{E8CCC264-132A-44AF-AAEF-BD086A0C6425}"/>
    <dgm:cxn modelId="{5D5DE53F-BE02-4E16-B5FB-87F72AEDBB72}" type="presOf" srcId="{121EB00B-65E1-46DA-B959-22C59DB08AD6}" destId="{4D8DB402-BD9C-4AFF-AC6E-90E56AF4B41D}" srcOrd="0" destOrd="0" presId="urn:microsoft.com/office/officeart/2005/8/layout/hList1"/>
    <dgm:cxn modelId="{29B44C40-27C7-4B1E-9A24-AA0ADF1418E6}" srcId="{09047B58-8210-4CD9-ABE6-BB3631417566}" destId="{121EB00B-65E1-46DA-B959-22C59DB08AD6}" srcOrd="0" destOrd="0" parTransId="{3B098509-B3D8-41B6-8671-27EF4D95C930}" sibTransId="{A9678FCB-8991-4F44-BB3E-241753EA19F1}"/>
    <dgm:cxn modelId="{2B38605B-4271-4849-A02C-5FB57547BC5C}" type="presOf" srcId="{4639A2B8-6A71-4699-B2BC-13BDF70AF90C}" destId="{BE4AD968-E576-48BC-9385-EE4B2CC401D2}" srcOrd="0" destOrd="1" presId="urn:microsoft.com/office/officeart/2005/8/layout/hList1"/>
    <dgm:cxn modelId="{343F6F63-754B-40E0-BB2D-408369DBFD77}" srcId="{09047B58-8210-4CD9-ABE6-BB3631417566}" destId="{D57F6D33-F7B1-4D95-8BD0-39DACA90141F}" srcOrd="1" destOrd="0" parTransId="{911DE575-633E-49AD-9683-03225AD5EE2D}" sibTransId="{C28C8512-2D09-4096-B1C7-8EE34CADCCA5}"/>
    <dgm:cxn modelId="{36792147-880D-489E-9F5C-437B0E724660}" srcId="{D49B378B-010C-4B4B-AE52-0AF08B0ED8EF}" destId="{60B095C2-5A3A-4728-825F-E36F704DD46D}" srcOrd="0" destOrd="0" parTransId="{BD83E7EF-CD87-4123-8E69-6B73A35F8BEE}" sibTransId="{0EBED233-01EB-484B-A509-BFE8340A17AA}"/>
    <dgm:cxn modelId="{E99AC46A-BDCD-4F18-8BDD-3A2E1A2315BD}" srcId="{121EB00B-65E1-46DA-B959-22C59DB08AD6}" destId="{3A2F479B-13D3-4A71-9F95-DDD65C99F2ED}" srcOrd="0" destOrd="0" parTransId="{DCC5B646-8312-410A-B91F-676B1DF75BE7}" sibTransId="{9455D788-3395-4D63-9D4D-1E7BA432598D}"/>
    <dgm:cxn modelId="{7C5F0B52-4407-4A37-B9E1-E5898DC27E15}" srcId="{D57F6D33-F7B1-4D95-8BD0-39DACA90141F}" destId="{B27AE6F9-2389-4415-8EA1-5DB24D4EB837}" srcOrd="1" destOrd="0" parTransId="{4C54903E-34E1-4670-BE52-E5381A099C37}" sibTransId="{A154CDA8-90F5-4BFA-99F8-944DE8814735}"/>
    <dgm:cxn modelId="{E17082AB-EF8B-4ED1-9332-C6FE10E92CD9}" srcId="{D57F6D33-F7B1-4D95-8BD0-39DACA90141F}" destId="{AC4FB8A6-8989-4E97-BEAB-B8A3CA48F50B}" srcOrd="0" destOrd="0" parTransId="{F62ECD69-C15C-4CDD-88DD-D0460EBFA663}" sibTransId="{8DFCFF3D-7164-45D9-9C65-D3CED7EB4E43}"/>
    <dgm:cxn modelId="{110C9BBD-79A8-423D-B0C6-AAB8D230D9D2}" type="presOf" srcId="{3A2F479B-13D3-4A71-9F95-DDD65C99F2ED}" destId="{3A6B824E-691F-4D1E-AA0B-2D5429CB1320}" srcOrd="0" destOrd="0" presId="urn:microsoft.com/office/officeart/2005/8/layout/hList1"/>
    <dgm:cxn modelId="{9DB41DDA-09F2-4276-97E2-B5D54E94B5FB}" srcId="{09047B58-8210-4CD9-ABE6-BB3631417566}" destId="{D49B378B-010C-4B4B-AE52-0AF08B0ED8EF}" srcOrd="2" destOrd="0" parTransId="{34EAB454-C612-44AA-8B7F-69502FAF39BF}" sibTransId="{A4B92F30-78A2-47BC-812B-B3BA513A4F9A}"/>
    <dgm:cxn modelId="{3CDF0EE4-D63C-47F4-9048-7758E23B7673}" type="presOf" srcId="{60B095C2-5A3A-4728-825F-E36F704DD46D}" destId="{BE4AD968-E576-48BC-9385-EE4B2CC401D2}" srcOrd="0" destOrd="0" presId="urn:microsoft.com/office/officeart/2005/8/layout/hList1"/>
    <dgm:cxn modelId="{5AFE2DE6-FFAF-4A59-BD76-945BF00A204F}" srcId="{121EB00B-65E1-46DA-B959-22C59DB08AD6}" destId="{C293EE27-7DCE-4CB6-81DB-9D91BCB51C74}" srcOrd="1" destOrd="0" parTransId="{F3157524-8097-4699-B59E-E47B20ED1545}" sibTransId="{78BB5AD0-0147-405F-9CA6-8632C17DEE30}"/>
    <dgm:cxn modelId="{3C4CB5F2-4E48-4976-922E-7A7DFE40FBF1}" type="presOf" srcId="{AC4FB8A6-8989-4E97-BEAB-B8A3CA48F50B}" destId="{E8E25AFB-0EE2-48F6-AE03-00A37FFF4549}" srcOrd="0" destOrd="0" presId="urn:microsoft.com/office/officeart/2005/8/layout/hList1"/>
    <dgm:cxn modelId="{673BC452-DFB4-49AB-8AFC-CDB1BB76F559}" type="presParOf" srcId="{146B366C-2ADE-4E7F-A519-6853B4F316D7}" destId="{B56AF900-A459-4AB8-9226-8B965FFC7D67}" srcOrd="0" destOrd="0" presId="urn:microsoft.com/office/officeart/2005/8/layout/hList1"/>
    <dgm:cxn modelId="{8E16A944-BBF3-46C3-B04F-12C7AA5DFE36}" type="presParOf" srcId="{B56AF900-A459-4AB8-9226-8B965FFC7D67}" destId="{4D8DB402-BD9C-4AFF-AC6E-90E56AF4B41D}" srcOrd="0" destOrd="0" presId="urn:microsoft.com/office/officeart/2005/8/layout/hList1"/>
    <dgm:cxn modelId="{1A7BCC9C-FE4E-4AB4-8BA3-247558439F47}" type="presParOf" srcId="{B56AF900-A459-4AB8-9226-8B965FFC7D67}" destId="{3A6B824E-691F-4D1E-AA0B-2D5429CB1320}" srcOrd="1" destOrd="0" presId="urn:microsoft.com/office/officeart/2005/8/layout/hList1"/>
    <dgm:cxn modelId="{102A66EB-A396-4F45-9F7A-11421B3DE03B}" type="presParOf" srcId="{146B366C-2ADE-4E7F-A519-6853B4F316D7}" destId="{58DF4351-7AC6-4E2D-82CF-290DE2013A1E}" srcOrd="1" destOrd="0" presId="urn:microsoft.com/office/officeart/2005/8/layout/hList1"/>
    <dgm:cxn modelId="{21FDA3F2-7557-4984-9633-7B557CCB0597}" type="presParOf" srcId="{146B366C-2ADE-4E7F-A519-6853B4F316D7}" destId="{CB09AE6E-8B1D-416B-A15D-85938331A836}" srcOrd="2" destOrd="0" presId="urn:microsoft.com/office/officeart/2005/8/layout/hList1"/>
    <dgm:cxn modelId="{D00151AB-1546-42EC-9074-65359A1F24F8}" type="presParOf" srcId="{CB09AE6E-8B1D-416B-A15D-85938331A836}" destId="{3B4DB26C-9DD1-4EAE-878E-3AC73AD6A217}" srcOrd="0" destOrd="0" presId="urn:microsoft.com/office/officeart/2005/8/layout/hList1"/>
    <dgm:cxn modelId="{88567BCE-FDB1-4124-9686-CDC761FB5BEA}" type="presParOf" srcId="{CB09AE6E-8B1D-416B-A15D-85938331A836}" destId="{E8E25AFB-0EE2-48F6-AE03-00A37FFF4549}" srcOrd="1" destOrd="0" presId="urn:microsoft.com/office/officeart/2005/8/layout/hList1"/>
    <dgm:cxn modelId="{2292CAE7-EF22-4D19-B26D-D702F84DC7BC}" type="presParOf" srcId="{146B366C-2ADE-4E7F-A519-6853B4F316D7}" destId="{4F979E27-2974-4E26-8A51-B60F78179F74}" srcOrd="3" destOrd="0" presId="urn:microsoft.com/office/officeart/2005/8/layout/hList1"/>
    <dgm:cxn modelId="{15062583-8674-40F7-931F-4DDB860A4BF1}" type="presParOf" srcId="{146B366C-2ADE-4E7F-A519-6853B4F316D7}" destId="{DB87C2A6-667F-4CFE-B1C1-4C255E404D0D}" srcOrd="4" destOrd="0" presId="urn:microsoft.com/office/officeart/2005/8/layout/hList1"/>
    <dgm:cxn modelId="{D1E9D9FF-201F-4D4E-9ED8-F6F8744F7C72}" type="presParOf" srcId="{DB87C2A6-667F-4CFE-B1C1-4C255E404D0D}" destId="{7D4502DB-3ED4-4ACB-A8B7-4F3CA963ED79}" srcOrd="0" destOrd="0" presId="urn:microsoft.com/office/officeart/2005/8/layout/hList1"/>
    <dgm:cxn modelId="{952C5A17-00C4-4C07-BA8A-EE54B1B9ADF5}" type="presParOf" srcId="{DB87C2A6-667F-4CFE-B1C1-4C255E404D0D}" destId="{BE4AD968-E576-48BC-9385-EE4B2CC401D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8DB402-BD9C-4AFF-AC6E-90E56AF4B41D}">
      <dsp:nvSpPr>
        <dsp:cNvPr id="0" name=""/>
        <dsp:cNvSpPr/>
      </dsp:nvSpPr>
      <dsp:spPr>
        <a:xfrm>
          <a:off x="3286" y="868998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Telnet</a:t>
          </a:r>
          <a:endParaRPr lang="ko-KR" altLang="en-US" sz="2600" kern="1200" dirty="0"/>
        </a:p>
      </dsp:txBody>
      <dsp:txXfrm>
        <a:off x="3286" y="868998"/>
        <a:ext cx="3203971" cy="748800"/>
      </dsp:txXfrm>
    </dsp:sp>
    <dsp:sp modelId="{3A6B824E-691F-4D1E-AA0B-2D5429CB1320}">
      <dsp:nvSpPr>
        <dsp:cNvPr id="0" name=""/>
        <dsp:cNvSpPr/>
      </dsp:nvSpPr>
      <dsp:spPr>
        <a:xfrm>
          <a:off x="3286" y="1617798"/>
          <a:ext cx="3203971" cy="18645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장점</a:t>
          </a:r>
          <a:r>
            <a:rPr lang="en-US" altLang="ko-KR" sz="1600" b="1" kern="1200" dirty="0"/>
            <a:t>:</a:t>
          </a:r>
          <a:r>
            <a:rPr lang="ko-KR" altLang="en-US" sz="1600" kern="1200" dirty="0"/>
            <a:t> </a:t>
          </a:r>
          <a:r>
            <a:rPr lang="ko-KR" altLang="en-US" sz="1600" b="1" kern="1200" dirty="0"/>
            <a:t>가볍고 빠른 속도</a:t>
          </a:r>
          <a:endParaRPr lang="ko-KR" altLang="en-US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단점</a:t>
          </a:r>
          <a:r>
            <a:rPr lang="en-US" altLang="ko-KR" sz="1600" b="1" kern="1200" dirty="0"/>
            <a:t>:</a:t>
          </a:r>
          <a:r>
            <a:rPr lang="ko-KR" altLang="en-US" sz="1600" kern="1200" dirty="0"/>
            <a:t> </a:t>
          </a:r>
          <a:r>
            <a:rPr lang="ko-KR" altLang="en-US" sz="1600" b="1" kern="1200" dirty="0"/>
            <a:t>보안 취약성</a:t>
          </a:r>
          <a:endParaRPr lang="ko-KR" altLang="en-US" sz="1600" kern="1200" dirty="0"/>
        </a:p>
      </dsp:txBody>
      <dsp:txXfrm>
        <a:off x="3286" y="1617798"/>
        <a:ext cx="3203971" cy="1864541"/>
      </dsp:txXfrm>
    </dsp:sp>
    <dsp:sp modelId="{3B4DB26C-9DD1-4EAE-878E-3AC73AD6A217}">
      <dsp:nvSpPr>
        <dsp:cNvPr id="0" name=""/>
        <dsp:cNvSpPr/>
      </dsp:nvSpPr>
      <dsp:spPr>
        <a:xfrm>
          <a:off x="3655814" y="868998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SSH</a:t>
          </a:r>
          <a:endParaRPr lang="ko-KR" altLang="en-US" sz="2600" kern="1200" dirty="0"/>
        </a:p>
      </dsp:txBody>
      <dsp:txXfrm>
        <a:off x="3655814" y="868998"/>
        <a:ext cx="3203971" cy="748800"/>
      </dsp:txXfrm>
    </dsp:sp>
    <dsp:sp modelId="{E8E25AFB-0EE2-48F6-AE03-00A37FFF4549}">
      <dsp:nvSpPr>
        <dsp:cNvPr id="0" name=""/>
        <dsp:cNvSpPr/>
      </dsp:nvSpPr>
      <dsp:spPr>
        <a:xfrm>
          <a:off x="3655814" y="1617798"/>
          <a:ext cx="3203971" cy="18645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장점</a:t>
          </a:r>
          <a:r>
            <a:rPr lang="en-US" altLang="ko-KR" sz="1600" b="1" kern="1200" dirty="0"/>
            <a:t>:</a:t>
          </a:r>
          <a:r>
            <a:rPr lang="ko-KR" altLang="en-US" sz="1600" kern="1200" dirty="0"/>
            <a:t> </a:t>
          </a:r>
          <a:r>
            <a:rPr lang="ko-KR" altLang="en-US" sz="1600" b="1" kern="1200" dirty="0"/>
            <a:t>보안 통신</a:t>
          </a:r>
          <a:endParaRPr lang="ko-KR" altLang="en-US" sz="1600" kern="1200" baseline="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단점</a:t>
          </a:r>
          <a:r>
            <a:rPr lang="en-US" altLang="ko-KR" sz="1600" b="1" kern="1200" dirty="0"/>
            <a:t>: </a:t>
          </a:r>
          <a:r>
            <a:rPr lang="ko-KR" altLang="en-US" sz="1600" b="0" kern="1200" dirty="0"/>
            <a:t>아이디와 비밀번호 기반이기 때문에 공격에 지속적으로 노출될 수 있다</a:t>
          </a:r>
          <a:r>
            <a:rPr lang="en-US" altLang="ko-KR" sz="1600" b="0" kern="1200" dirty="0"/>
            <a:t>.</a:t>
          </a:r>
          <a:endParaRPr lang="ko-KR" altLang="en-US" sz="1600" b="0" kern="1200" baseline="0" dirty="0"/>
        </a:p>
      </dsp:txBody>
      <dsp:txXfrm>
        <a:off x="3655814" y="1617798"/>
        <a:ext cx="3203971" cy="1864541"/>
      </dsp:txXfrm>
    </dsp:sp>
    <dsp:sp modelId="{7D4502DB-3ED4-4ACB-A8B7-4F3CA963ED79}">
      <dsp:nvSpPr>
        <dsp:cNvPr id="0" name=""/>
        <dsp:cNvSpPr/>
      </dsp:nvSpPr>
      <dsp:spPr>
        <a:xfrm>
          <a:off x="7308342" y="868998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SSH Key Exchange</a:t>
          </a:r>
          <a:endParaRPr lang="ko-KR" altLang="en-US" sz="2600" kern="1200" dirty="0"/>
        </a:p>
      </dsp:txBody>
      <dsp:txXfrm>
        <a:off x="7308342" y="868998"/>
        <a:ext cx="3203971" cy="748800"/>
      </dsp:txXfrm>
    </dsp:sp>
    <dsp:sp modelId="{BE4AD968-E576-48BC-9385-EE4B2CC401D2}">
      <dsp:nvSpPr>
        <dsp:cNvPr id="0" name=""/>
        <dsp:cNvSpPr/>
      </dsp:nvSpPr>
      <dsp:spPr>
        <a:xfrm>
          <a:off x="7308342" y="1617798"/>
          <a:ext cx="3203971" cy="18645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장점</a:t>
          </a:r>
          <a:r>
            <a:rPr lang="en-US" altLang="ko-KR" sz="1600" b="1" kern="1200" dirty="0"/>
            <a:t>:</a:t>
          </a:r>
          <a:r>
            <a:rPr lang="ko-KR" altLang="en-US" sz="1600" kern="1200" dirty="0"/>
            <a:t> </a:t>
          </a:r>
          <a:r>
            <a:rPr lang="ko-KR" altLang="en-US" sz="1600" b="1" kern="1200" dirty="0"/>
            <a:t>최상급 보안성</a:t>
          </a:r>
          <a:r>
            <a:rPr lang="en-US" altLang="ko-KR" sz="1600" b="1" kern="1200" dirty="0"/>
            <a:t>. </a:t>
          </a:r>
          <a:endParaRPr lang="ko-KR" altLang="en-US" sz="1600" kern="1200" baseline="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/>
            <a:t>복잡한 알고리즘으로 생성된 키를 사용하므로 개인키가 없는 한 서버에 절대 접속할 수 없다</a:t>
          </a:r>
          <a:r>
            <a:rPr lang="en-US" altLang="ko-KR" sz="1600" kern="1200" dirty="0"/>
            <a:t>.</a:t>
          </a:r>
          <a:endParaRPr lang="ko-KR" altLang="en-US" sz="1600" kern="1200" baseline="0" dirty="0"/>
        </a:p>
      </dsp:txBody>
      <dsp:txXfrm>
        <a:off x="7308342" y="1617798"/>
        <a:ext cx="3203971" cy="1864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EDE8F-1EF3-4BEC-8820-4EB95E659FCA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A47E5-A169-468C-9475-AF6888A67A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82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F5F60-C7B7-4F81-ADB5-57F44EE47E5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808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723E6-A009-3CFA-6C9A-0BFF3B470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9668F3-B724-9B40-11D4-E24916A6E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3D4D62-CFF9-4E60-F7A2-344A2A00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B7AF13-8284-1F1C-7E15-9BAAB54BC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10FC7-D3CB-10D6-B9E0-9243AF2F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098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602AC-72F1-69B8-6926-0807BEFF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51F08-DFFE-BFEA-3AE1-7BB12777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6337F-374E-1E36-7990-5F4EE8BAE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3E7A08-863F-8108-83D4-AE1C331B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FA3F0-23E4-8CF9-000C-E7EC9A07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224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D9A40-F710-1CA4-0DAF-CAB5903B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D748D9-28E8-54DA-17DC-9892CACA2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9C3B0E-9564-E8DE-7E76-D6081132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D079C-C40C-B22D-6BED-1112F3FE8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2EA5D0-18FD-39A5-08E8-3B0074E7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04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1A084-6AF2-52C7-F9FC-58A212869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4C9A7-2AF0-10AA-3DD3-FF79031BE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F5534D-EA9F-B0B9-FB15-147768E3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055DB1-23FB-F001-FEF5-20EFB8EC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7E2584-F5E4-F688-7664-C49D48AC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FCA0-6CD9-68C9-2808-B2489E2F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1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B0073-269B-20B6-7BFF-FD5E74CF9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28F187-F570-1944-EB50-32C0E7FFA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75E8F2-E4A4-FAB3-B8A3-FC7CBEA0E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5C547-38A2-D7AD-F220-16E4E98BB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6C0CB5-E40A-FB6D-EE0C-B3B56A2EF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DCB46E-0853-D193-4A3C-11D35C20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F1B6D3-4ACF-F8F3-8BC7-1F18BEE1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04878C-4C3A-B254-372B-F740054F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06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F55E4-D2C6-3701-FFB4-4C9F2841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23336A-CFB5-4C92-1FC5-BDA4B4E8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A3C5E1-60D9-1C87-7A7A-50A10D54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B35341-2FA4-EE7C-F62B-5B792AFD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01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03491C-EB80-7731-D22F-672A814D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A631D6-E0E1-2F20-D2DA-5D0E1E41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97FEF4-06E8-1FE2-5DBF-662433AC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95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0EA58-AEAD-9DFD-7CA9-7E48D628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B940C-9401-DD76-F831-EACF26EB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776BA6-B062-D992-6FE5-BDC7CF9BF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65F0DD-FBBB-3AB0-E8D0-7F11A72F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FF4B2A-14EB-850C-8564-B0EA1F4F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600596-AA31-3B28-6BF4-8867B7F5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399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15A1A-9BD9-6E0D-BD3F-E9B24D94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ED0E5A-183D-5A13-B696-294FB58F5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47FD53-95DB-3666-0F4F-BCDEEC31D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249F5D-0C6B-1920-2E7B-881F960E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FB5AC-4F86-E31C-CBCD-EDE4E83BF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414FF8-1DB9-3183-616B-EBFE5524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96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71BA5-2995-E56D-1E04-B20BF7664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E34B0A-E0FD-1943-D001-74F58F737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4735DC-B1DB-7F1D-4741-3D9AB9FE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DC1BD-29AA-EFD8-5874-A571F7278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7A0B8A-F818-538E-5173-2119B8DB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542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E98C5A3-86E0-2513-10A8-A660D8D6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3C446F-65DF-0BD7-BB3E-D84F57016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92B1BA-F383-3179-57CC-F367E0C01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5F3E8-F9C8-D2C1-305E-9118D61B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707851-9B73-900A-D4B6-FBDEB4C7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78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48B789-704F-985A-596B-E1A08F635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F10C0-F4A3-57C0-D47E-278A46745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D5AE11-9541-771C-BD7B-04A1DCA07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2E4DE-398B-4BC2-9998-6F142F3BFAC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8960B3-B6E4-B80E-A07E-94AEB06B3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8523C9-F384-8CB8-033C-7B88E5E67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38B4A-D660-496D-B31E-DC060E4F1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87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6B729-C96C-3653-9C77-01CFB06D9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원격 접속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89C4A022-87B8-5ED2-7C1F-41496F8A7A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282F4C-1D27-776F-C6F3-FFDC5881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t>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8863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1F5B-8477-8687-27A2-DB0B8AEB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7F557-F856-2126-955D-DAFB8011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1DCDE-847D-EC1E-36D6-C98D2C6E03AF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2</a:t>
            </a:r>
            <a:endParaRPr lang="ko-KR" alt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7FB99-FF4F-48A3-FAA4-0C52B3F78564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Telnet</a:t>
            </a:r>
            <a:r>
              <a:rPr lang="ko-KR" altLang="en-US" dirty="0"/>
              <a:t>접속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3D6B94-C364-2F07-E01C-1FFDBEB7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36" y="1018162"/>
            <a:ext cx="10589464" cy="36000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8F5FF2-48CD-3816-4F73-3284D82DBE19}"/>
              </a:ext>
            </a:extLst>
          </p:cNvPr>
          <p:cNvSpPr txBox="1"/>
          <p:nvPr/>
        </p:nvSpPr>
        <p:spPr>
          <a:xfrm>
            <a:off x="512617" y="4724087"/>
            <a:ext cx="843280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Telnet </a:t>
            </a:r>
            <a:r>
              <a:rPr lang="ko-KR" altLang="en-US" sz="1000" b="1" dirty="0"/>
              <a:t>설치 확인 후 </a:t>
            </a:r>
            <a:r>
              <a:rPr lang="en-US" altLang="ko-KR" sz="1000" b="1" dirty="0"/>
              <a:t>Telnet </a:t>
            </a:r>
            <a:r>
              <a:rPr lang="ko-KR" altLang="en-US" sz="1000" b="1" dirty="0"/>
              <a:t>설치</a:t>
            </a:r>
            <a:endParaRPr lang="en-US" altLang="ko-KR" sz="1000" b="1" dirty="0"/>
          </a:p>
          <a:p>
            <a:r>
              <a:rPr lang="en-US" altLang="ko-KR" sz="1000" dirty="0"/>
              <a:t>1. rpm –</a:t>
            </a:r>
            <a:r>
              <a:rPr lang="en-US" altLang="ko-KR" sz="1000" dirty="0" err="1"/>
              <a:t>qa</a:t>
            </a:r>
            <a:r>
              <a:rPr lang="en-US" altLang="ko-KR" sz="1000" dirty="0"/>
              <a:t> | grep telnet</a:t>
            </a:r>
          </a:p>
          <a:p>
            <a:r>
              <a:rPr lang="en-US" altLang="ko-KR" sz="1000" dirty="0"/>
              <a:t>2. </a:t>
            </a:r>
            <a:r>
              <a:rPr lang="en-US" altLang="ko-KR" sz="1000" dirty="0" err="1"/>
              <a:t>dnf</a:t>
            </a:r>
            <a:r>
              <a:rPr lang="en-US" altLang="ko-KR" sz="1000" dirty="0"/>
              <a:t> –y install </a:t>
            </a:r>
            <a:r>
              <a:rPr lang="en-US" altLang="ko-KR" sz="1000" dirty="0" err="1"/>
              <a:t>telent</a:t>
            </a:r>
            <a:r>
              <a:rPr lang="en-US" altLang="ko-KR" sz="1000" dirty="0"/>
              <a:t>-server</a:t>
            </a:r>
          </a:p>
          <a:p>
            <a:endParaRPr lang="en-US" altLang="ko-KR" sz="1000" dirty="0"/>
          </a:p>
          <a:p>
            <a:r>
              <a:rPr lang="en-US" altLang="ko-KR" sz="1000" b="1" dirty="0"/>
              <a:t>telnet </a:t>
            </a:r>
            <a:r>
              <a:rPr lang="ko-KR" altLang="en-US" sz="1000" b="1" dirty="0"/>
              <a:t>서비스 가동</a:t>
            </a:r>
          </a:p>
          <a:p>
            <a:r>
              <a:rPr lang="en-US" altLang="ko-KR" sz="1000" dirty="0"/>
              <a:t>1. </a:t>
            </a:r>
            <a:r>
              <a:rPr lang="en-US" altLang="ko-KR" sz="1000" dirty="0" err="1"/>
              <a:t>systemctl</a:t>
            </a:r>
            <a:r>
              <a:rPr lang="en-US" altLang="ko-KR" sz="1000" dirty="0"/>
              <a:t> --now enable </a:t>
            </a:r>
            <a:r>
              <a:rPr lang="en-US" altLang="ko-KR" sz="1000" dirty="0" err="1"/>
              <a:t>telnet.socket</a:t>
            </a:r>
            <a:endParaRPr lang="en-US" altLang="ko-KR" sz="1000" dirty="0"/>
          </a:p>
          <a:p>
            <a:r>
              <a:rPr lang="en-US" altLang="ko-KR" sz="1000" dirty="0"/>
              <a:t>2. </a:t>
            </a:r>
            <a:r>
              <a:rPr lang="en-US" altLang="ko-KR" sz="1000" dirty="0" err="1"/>
              <a:t>systemctl</a:t>
            </a:r>
            <a:r>
              <a:rPr lang="en-US" altLang="ko-KR" sz="1000" dirty="0"/>
              <a:t> status </a:t>
            </a:r>
            <a:r>
              <a:rPr lang="en-US" altLang="ko-KR" sz="1000" dirty="0" err="1"/>
              <a:t>telnet.socket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b="1" dirty="0"/>
              <a:t>방화벽 해제</a:t>
            </a:r>
          </a:p>
          <a:p>
            <a:r>
              <a:rPr lang="en-US" altLang="ko-KR" sz="1000" dirty="0"/>
              <a:t>1. firewall-</a:t>
            </a:r>
            <a:r>
              <a:rPr lang="en-US" altLang="ko-KR" sz="1000" dirty="0" err="1"/>
              <a:t>cmd</a:t>
            </a:r>
            <a:r>
              <a:rPr lang="en-US" altLang="ko-KR" sz="1000" dirty="0"/>
              <a:t> --add-service=telnet</a:t>
            </a:r>
          </a:p>
          <a:p>
            <a:r>
              <a:rPr lang="en-US" altLang="ko-KR" sz="1000" dirty="0"/>
              <a:t>2. firewall-</a:t>
            </a:r>
            <a:r>
              <a:rPr lang="en-US" altLang="ko-KR" sz="1000" dirty="0" err="1"/>
              <a:t>cmd</a:t>
            </a:r>
            <a:r>
              <a:rPr lang="en-US" altLang="ko-KR" sz="1000" dirty="0"/>
              <a:t> --list-all</a:t>
            </a:r>
          </a:p>
          <a:p>
            <a:endParaRPr lang="en-US" altLang="ko-KR" sz="1000" dirty="0"/>
          </a:p>
          <a:p>
            <a:pPr marL="342900" indent="-342900">
              <a:buAutoNum type="arabicPeriod"/>
            </a:pP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231132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E648A-DBAF-4C6C-C180-5AC677F4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8B42A8-E4C3-C1DA-A4D4-09DDB712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5CF43-6D3B-6828-4275-8B41983D614D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2</a:t>
            </a:r>
            <a:endParaRPr lang="ko-KR" alt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71C7E-E82A-FF4D-39B5-6FEC1D16D85D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Telnet</a:t>
            </a:r>
            <a:r>
              <a:rPr lang="ko-KR" altLang="en-US" dirty="0"/>
              <a:t>접속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54691E-FE20-E3DD-4504-8E6E497B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8" y="1767535"/>
            <a:ext cx="3116694" cy="33229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69B151-D0FC-4E18-607A-DD4E4CFE86A3}"/>
              </a:ext>
            </a:extLst>
          </p:cNvPr>
          <p:cNvSpPr txBox="1"/>
          <p:nvPr/>
        </p:nvSpPr>
        <p:spPr>
          <a:xfrm>
            <a:off x="353142" y="5661644"/>
            <a:ext cx="484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MobaXTerm</a:t>
            </a:r>
            <a:r>
              <a:rPr lang="en-US" altLang="ko-KR" dirty="0"/>
              <a:t> </a:t>
            </a:r>
            <a:r>
              <a:rPr lang="ko-KR" altLang="en-US" dirty="0"/>
              <a:t>으로 </a:t>
            </a:r>
            <a:r>
              <a:rPr lang="en-US" altLang="ko-KR" dirty="0"/>
              <a:t>telnet </a:t>
            </a:r>
            <a:r>
              <a:rPr lang="ko-KR" altLang="en-US" dirty="0"/>
              <a:t>접속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84964-9222-C531-286D-59D7D54541DA}"/>
              </a:ext>
            </a:extLst>
          </p:cNvPr>
          <p:cNvSpPr txBox="1"/>
          <p:nvPr/>
        </p:nvSpPr>
        <p:spPr>
          <a:xfrm>
            <a:off x="6873725" y="5478226"/>
            <a:ext cx="484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Rockyuser</a:t>
            </a:r>
            <a:r>
              <a:rPr lang="ko-KR" altLang="en-US" dirty="0"/>
              <a:t>로 접속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524D58-9042-B470-F694-06831816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20" y="1767535"/>
            <a:ext cx="3116694" cy="34659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623BE0-ACC7-562C-FDCD-F7F321AFE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981" y="3392411"/>
            <a:ext cx="3715268" cy="17718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C2F59B-17EF-1398-C85D-0A0CC0246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2136" y="877911"/>
            <a:ext cx="3172268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7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와이드스크린</PresentationFormat>
  <Paragraphs>31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원격 접속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4gl</dc:creator>
  <cp:lastModifiedBy>4gl</cp:lastModifiedBy>
  <cp:revision>2</cp:revision>
  <dcterms:created xsi:type="dcterms:W3CDTF">2026-04-23T03:13:53Z</dcterms:created>
  <dcterms:modified xsi:type="dcterms:W3CDTF">2026-04-23T03:14:12Z</dcterms:modified>
</cp:coreProperties>
</file>