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81" r:id="rId4"/>
    <p:sldId id="282" r:id="rId5"/>
    <p:sldId id="283" r:id="rId6"/>
    <p:sldId id="28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09102-EC15-0268-7FC3-164E72585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BC9348-3608-F5A4-24BD-A5F38F280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7A7373-47A5-01F6-C31B-CBBBD9EF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F72786-2DD9-1099-42CE-DD3E9A12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76E7E-326F-0713-A5F7-935B4E9F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72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FBFB6-24A1-22F1-A4FE-5BAD9D37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5866C-80EB-7FF8-BB6F-E3F1D80C8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DCB654-4FFC-B083-4FD5-420E0CC0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4DE4F1-01FE-E58C-C71E-9E0C1CF8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EE07D4-C0A3-93FB-E530-E7A19230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29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B1A11-75DE-40DC-9572-587B9602B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D8E506-8506-84ED-50BB-4FD0687E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C9DC69-2F54-ABD4-21BB-948D428E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95D27-FBEA-9306-94C7-046511343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D82843-469C-FAD5-7EF8-BEF32FB6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27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A757E-2238-F450-926D-DBC4C3C0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E14ED-E86F-5D70-359B-AD41D8BAF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C9B542-6639-1FB4-EC59-41F9D7FC5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6012B0-C671-940E-A3C5-B5C8F239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664891-471A-7832-5F30-5C9DB232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A8441E-5D68-1AD8-731A-91E87E79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4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B4973-526D-40D4-E4B1-30868F44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85147-CBE6-A3CB-7E14-D62237856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9521DA-C0A5-E214-6782-58C0C5CC6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60472F-968E-C359-EC94-7D9EDEE85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02AAD1-0A2B-8AD2-1C39-2F8D68FA02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AB18DE-2232-B45A-FDC4-F2682E62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91B31F-F673-FCE5-9C82-65EA82A1B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2A47AD-E4ED-5919-CAF6-1A34F2A8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26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38F00-C8B1-4C0B-59B7-5103874F3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4952AA-2FC8-B36E-D759-70F3C7285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6F8E90-1CB5-F33C-BEBF-FE9D82415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9DDFA2-8BF3-E3F8-6E01-78F7B592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91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02266F-4EF9-B717-F192-C62AA38AE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F9BB5C-1444-2814-0121-55CC4ADF3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463A33-DA9A-CE8A-EC2D-98BAB428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39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58935-4605-2751-3C8A-7E85F9C7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783B5-A388-2E61-A747-1AEE69E6E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3636E9-7589-795B-82F1-414EA5B24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D5BC2-71FF-63F0-B5B5-75608F77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C26C41-AED8-BBCE-352B-7DB8D07BA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30981B-947A-8B19-B50E-98F22E32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519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AC1EF-B004-7CB9-6EA9-E60791BC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AB082E-9A06-4CE9-F6CD-CFF2394A4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0B7E23-A535-3FFB-0ABD-B77C78DF5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51702B-B58B-C356-F158-BDB00092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9F1B3B-EB74-9A35-9E63-DA68DCBB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D003FD-3E44-5E30-D6AD-6954F075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704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BCF2C-9629-DC04-E93C-7F929E1BD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FA216-1D69-3B6C-6092-6CC4D2EA5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8E5B18-8017-CBE5-40B1-9C188E08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6522B7-1274-E9B9-E83E-1246FE41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9D43B-47D6-23CF-02D0-B548EC249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02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3DB902-7CDC-23D3-A52C-26DAA0F10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411799-EC80-4BD4-4D38-3E36C889E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ECE62-3459-BC16-E599-D90F125F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166F8-564D-4EFA-625F-9DA78805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26106-BE82-6034-255A-82068A5D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2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3FF06A-D5E1-585A-4885-3F22ADC9C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303384-6F40-5974-2446-BBC7C9BD3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BEE2A4-9535-C0E7-ABB7-8A845DFB5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FEC6D-D8E7-4830-AD33-4C2CDD4268AD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84955F-0688-3B34-2DD1-A61FFB098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8A559B-CD20-0CA6-9A4D-1C9584175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1C156-C3BB-44CD-83F7-A42129E672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1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8D9E-BB47-5BD2-E09E-2AD132EB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B7679-3DCF-90A5-C9DF-163EFE21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AB735-0665-E9F8-5176-37F40E26EE2D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D5D42-D6CE-46F4-63F8-793E37087374}"/>
              </a:ext>
            </a:extLst>
          </p:cNvPr>
          <p:cNvSpPr txBox="1"/>
          <p:nvPr/>
        </p:nvSpPr>
        <p:spPr>
          <a:xfrm>
            <a:off x="674255" y="648830"/>
            <a:ext cx="8384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리포지터리</a:t>
            </a:r>
            <a:r>
              <a:rPr lang="ko-KR" altLang="en-US" dirty="0"/>
              <a:t> </a:t>
            </a:r>
            <a:r>
              <a:rPr lang="en-US" altLang="ko-KR" dirty="0"/>
              <a:t>(Rocky Linux 10.1(</a:t>
            </a:r>
            <a:r>
              <a:rPr lang="ko-KR" altLang="en-US" dirty="0"/>
              <a:t>서버</a:t>
            </a:r>
            <a:r>
              <a:rPr lang="en-US" altLang="ko-KR" dirty="0"/>
              <a:t>) &lt; -&gt; 9.7(</a:t>
            </a:r>
            <a:r>
              <a:rPr lang="ko-KR" altLang="en-US" dirty="0"/>
              <a:t>클라이언트</a:t>
            </a:r>
            <a:r>
              <a:rPr lang="en-US" altLang="ko-KR" dirty="0"/>
              <a:t>))</a:t>
            </a:r>
          </a:p>
          <a:p>
            <a:r>
              <a:rPr lang="en-US" altLang="ko-KR" dirty="0"/>
              <a:t>     1. </a:t>
            </a:r>
            <a:r>
              <a:rPr lang="ko-KR" altLang="en-US" dirty="0"/>
              <a:t>신뢰할 수 있는 서버 구성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459371-89BE-0D95-7FC4-0F24CBF8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295161"/>
            <a:ext cx="5153744" cy="3934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21BAA8-FB4A-58B9-6B20-FEA0DF304C71}"/>
              </a:ext>
            </a:extLst>
          </p:cNvPr>
          <p:cNvSpPr txBox="1"/>
          <p:nvPr/>
        </p:nvSpPr>
        <p:spPr>
          <a:xfrm>
            <a:off x="1008349" y="5254567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Rocky10</a:t>
            </a:r>
            <a:r>
              <a:rPr lang="ko-KR" altLang="en-US" dirty="0"/>
              <a:t>서버 </a:t>
            </a:r>
            <a:r>
              <a:rPr lang="en-US" altLang="ko-KR" dirty="0" err="1"/>
              <a:t>hhtpd</a:t>
            </a:r>
            <a:r>
              <a:rPr lang="ko-KR" altLang="en-US" dirty="0"/>
              <a:t> 설치 확인 및 설치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95486CD-7B6A-CBFC-3BDA-041D97912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76" y="1295161"/>
            <a:ext cx="5715798" cy="39343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DB3F11-E2A2-3E1D-9B6C-CB1A0A1D6E30}"/>
              </a:ext>
            </a:extLst>
          </p:cNvPr>
          <p:cNvSpPr txBox="1"/>
          <p:nvPr/>
        </p:nvSpPr>
        <p:spPr>
          <a:xfrm>
            <a:off x="6648450" y="5254567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Status</a:t>
            </a:r>
            <a:r>
              <a:rPr lang="ko-KR" altLang="en-US" dirty="0"/>
              <a:t>로 </a:t>
            </a:r>
            <a:r>
              <a:rPr lang="en-US" altLang="ko-KR" dirty="0"/>
              <a:t>httpd</a:t>
            </a:r>
            <a:r>
              <a:rPr lang="ko-KR" altLang="en-US" dirty="0"/>
              <a:t>가 활성화 되어있는지 확인</a:t>
            </a:r>
          </a:p>
        </p:txBody>
      </p:sp>
    </p:spTree>
    <p:extLst>
      <p:ext uri="{BB962C8B-B14F-4D97-AF65-F5344CB8AC3E}">
        <p14:creationId xmlns:p14="http://schemas.microsoft.com/office/powerpoint/2010/main" val="56045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1665-98FA-FBB9-83B3-0889BFCE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41536-B0AC-CDFD-2B02-2E53A64A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DE8A6-B92D-07A6-CABA-5E30FB0A1BC6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46E20-9EA5-0D17-7948-AED39787FAAC}"/>
              </a:ext>
            </a:extLst>
          </p:cNvPr>
          <p:cNvSpPr txBox="1"/>
          <p:nvPr/>
        </p:nvSpPr>
        <p:spPr>
          <a:xfrm>
            <a:off x="674255" y="648830"/>
            <a:ext cx="83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</a:t>
            </a:r>
            <a:r>
              <a:rPr lang="ko-KR" altLang="en-US" dirty="0"/>
              <a:t>신뢰할 수 있는 서버 구성 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99B9E-1938-FC72-7197-0686E431C042}"/>
              </a:ext>
            </a:extLst>
          </p:cNvPr>
          <p:cNvSpPr txBox="1"/>
          <p:nvPr/>
        </p:nvSpPr>
        <p:spPr>
          <a:xfrm>
            <a:off x="5708204" y="1690061"/>
            <a:ext cx="632936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설치 확인</a:t>
            </a:r>
            <a:endParaRPr lang="en-US" altLang="ko-KR" sz="1000" dirty="0"/>
          </a:p>
          <a:p>
            <a:r>
              <a:rPr lang="en-US" altLang="ko-KR" sz="1000" dirty="0"/>
              <a:t>rpm –</a:t>
            </a:r>
            <a:r>
              <a:rPr lang="en-US" altLang="ko-KR" sz="1000" dirty="0" err="1"/>
              <a:t>qa</a:t>
            </a:r>
            <a:r>
              <a:rPr lang="en-US" altLang="ko-KR" sz="1000" dirty="0"/>
              <a:t> | grep httpd</a:t>
            </a:r>
          </a:p>
          <a:p>
            <a:endParaRPr lang="en-US" altLang="ko-KR" sz="1000" dirty="0"/>
          </a:p>
          <a:p>
            <a:r>
              <a:rPr lang="ko-KR" altLang="en-US" sz="1000" dirty="0"/>
              <a:t>설치 </a:t>
            </a:r>
            <a:endParaRPr lang="en-US" altLang="ko-KR" sz="1000" dirty="0"/>
          </a:p>
          <a:p>
            <a:r>
              <a:rPr lang="en-US" altLang="ko-KR" sz="1000" dirty="0" err="1"/>
              <a:t>dnf</a:t>
            </a:r>
            <a:r>
              <a:rPr lang="ko-KR" altLang="en-US" sz="1000" dirty="0"/>
              <a:t> </a:t>
            </a:r>
            <a:r>
              <a:rPr lang="en-US" altLang="ko-KR" sz="1000" dirty="0"/>
              <a:t>-y install httpd</a:t>
            </a:r>
          </a:p>
          <a:p>
            <a:endParaRPr lang="en-US" altLang="ko-KR" sz="1000" dirty="0"/>
          </a:p>
          <a:p>
            <a:r>
              <a:rPr lang="ko-KR" altLang="en-US" sz="1000" dirty="0"/>
              <a:t>웹서버 가동 및 적용 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 err="1"/>
              <a:t>systemctl</a:t>
            </a:r>
            <a:r>
              <a:rPr lang="en-US" altLang="ko-KR" sz="1000" dirty="0"/>
              <a:t> start httpd</a:t>
            </a:r>
          </a:p>
          <a:p>
            <a:r>
              <a:rPr lang="en-US" altLang="ko-KR" sz="1000" dirty="0" err="1"/>
              <a:t>systemctl</a:t>
            </a:r>
            <a:r>
              <a:rPr lang="en-US" altLang="ko-KR" sz="1000" dirty="0"/>
              <a:t> enable httpd</a:t>
            </a:r>
          </a:p>
          <a:p>
            <a:endParaRPr lang="en-US" altLang="ko-KR" sz="1000" dirty="0"/>
          </a:p>
          <a:p>
            <a:r>
              <a:rPr lang="ko-KR" altLang="en-US" sz="1000" dirty="0"/>
              <a:t>방화벽 해제</a:t>
            </a:r>
            <a:endParaRPr lang="en-US" altLang="ko-KR" sz="1000" dirty="0"/>
          </a:p>
          <a:p>
            <a:r>
              <a:rPr lang="en-US" altLang="ko-KR" sz="1000" dirty="0"/>
              <a:t>firewall-</a:t>
            </a:r>
            <a:r>
              <a:rPr lang="en-US" altLang="ko-KR" sz="1000" dirty="0" err="1"/>
              <a:t>cmd</a:t>
            </a:r>
            <a:r>
              <a:rPr lang="en-US" altLang="ko-KR" sz="1000" dirty="0"/>
              <a:t> --add-service=http</a:t>
            </a:r>
          </a:p>
          <a:p>
            <a:endParaRPr lang="en-US" altLang="ko-KR" sz="1000" dirty="0"/>
          </a:p>
          <a:p>
            <a:r>
              <a:rPr lang="ko-KR" altLang="en-US" sz="1000" dirty="0"/>
              <a:t>로컬 저장소</a:t>
            </a:r>
            <a:r>
              <a:rPr lang="en-US" altLang="ko-KR" sz="1000" dirty="0"/>
              <a:t>(Repository)</a:t>
            </a:r>
            <a:r>
              <a:rPr lang="ko-KR" altLang="en-US" sz="1000" dirty="0"/>
              <a:t>를 만들고 관리하는 데 필요한 도구들을 설치</a:t>
            </a:r>
          </a:p>
          <a:p>
            <a:r>
              <a:rPr lang="en-US" altLang="ko-KR" sz="1000" dirty="0" err="1"/>
              <a:t>dnf</a:t>
            </a:r>
            <a:r>
              <a:rPr lang="en-US" altLang="ko-KR" sz="1000" dirty="0"/>
              <a:t> -y install </a:t>
            </a:r>
            <a:r>
              <a:rPr lang="en-US" altLang="ko-KR" sz="1000" dirty="0" err="1"/>
              <a:t>createrepo</a:t>
            </a:r>
            <a:r>
              <a:rPr lang="en-US" altLang="ko-KR" sz="1000" dirty="0"/>
              <a:t> yum-utils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baseos</a:t>
            </a:r>
            <a:r>
              <a:rPr lang="en-US" altLang="ko-KR" sz="1000" dirty="0"/>
              <a:t> </a:t>
            </a:r>
            <a:r>
              <a:rPr lang="ko-KR" altLang="en-US" sz="1000" dirty="0" err="1"/>
              <a:t>리포지터리에</a:t>
            </a:r>
            <a:r>
              <a:rPr lang="ko-KR" altLang="en-US" sz="1000" dirty="0"/>
              <a:t> 대해 최신 버전으로 메타데이터와 함께 패키지를 </a:t>
            </a:r>
            <a:r>
              <a:rPr lang="en-US" altLang="ko-KR" sz="1000" dirty="0"/>
              <a:t>/var/www/html/repo</a:t>
            </a:r>
            <a:r>
              <a:rPr lang="ko-KR" altLang="en-US" sz="1000" dirty="0"/>
              <a:t>에 다운로드</a:t>
            </a:r>
            <a:endParaRPr lang="en-US" altLang="ko-KR" sz="1000" dirty="0"/>
          </a:p>
          <a:p>
            <a:endParaRPr lang="ko-KR" altLang="en-US" sz="1000" dirty="0"/>
          </a:p>
          <a:p>
            <a:r>
              <a:rPr lang="en-US" altLang="ko-KR" sz="1000" dirty="0" err="1"/>
              <a:t>reposync</a:t>
            </a:r>
            <a:r>
              <a:rPr lang="en-US" altLang="ko-KR" sz="1000" dirty="0"/>
              <a:t> --</a:t>
            </a:r>
            <a:r>
              <a:rPr lang="en-US" altLang="ko-KR" sz="1000" dirty="0" err="1"/>
              <a:t>repoid</a:t>
            </a:r>
            <a:r>
              <a:rPr lang="en-US" altLang="ko-KR" sz="1000" dirty="0"/>
              <a:t>=</a:t>
            </a:r>
            <a:r>
              <a:rPr lang="en-US" altLang="ko-KR" sz="1000" dirty="0" err="1"/>
              <a:t>baseos</a:t>
            </a:r>
            <a:r>
              <a:rPr lang="en-US" altLang="ko-KR" sz="1000" dirty="0"/>
              <a:t> --newest-only -m -p /var/www/html/repo</a:t>
            </a:r>
          </a:p>
          <a:p>
            <a:r>
              <a:rPr lang="ko-KR" altLang="en-US" sz="1000" dirty="0" err="1"/>
              <a:t>리포지터리에</a:t>
            </a:r>
            <a:r>
              <a:rPr lang="ko-KR" altLang="en-US" sz="1000" dirty="0"/>
              <a:t> 대한 메타데이터를 구축</a:t>
            </a:r>
            <a:endParaRPr lang="en-US" altLang="ko-KR" sz="1000" dirty="0"/>
          </a:p>
          <a:p>
            <a:endParaRPr lang="ko-KR" altLang="en-US" sz="1000" dirty="0"/>
          </a:p>
          <a:p>
            <a:r>
              <a:rPr lang="en-US" altLang="ko-KR" sz="1000" dirty="0" err="1"/>
              <a:t>createrepo</a:t>
            </a:r>
            <a:r>
              <a:rPr lang="en-US" altLang="ko-KR" sz="1000" dirty="0"/>
              <a:t> -g comps.xml /var/www/html/repo/</a:t>
            </a:r>
            <a:r>
              <a:rPr lang="en-US" altLang="ko-KR" sz="1000" dirty="0" err="1"/>
              <a:t>baseos</a:t>
            </a:r>
            <a:endParaRPr lang="ko-KR" altLang="en-US" sz="1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27701D-D97D-3115-E39E-0F05820D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1" y="1146511"/>
            <a:ext cx="5051370" cy="26730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85B323-1F54-600F-59EE-5187EB2B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33" y="3883349"/>
            <a:ext cx="5125165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6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4017-7AD1-351B-AA77-197A87E8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713EE-9B04-C910-ABD6-65A0895A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EE1FF-A741-1883-D72D-6095768C3FAE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8824E-1F07-2A0C-AC59-73E699F7182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클라이언트 </a:t>
            </a:r>
            <a:r>
              <a:rPr lang="en-US" altLang="ko-KR" dirty="0"/>
              <a:t>Rocky 9.7 DVD</a:t>
            </a:r>
            <a:r>
              <a:rPr lang="ko-KR" altLang="en-US" dirty="0"/>
              <a:t> </a:t>
            </a:r>
            <a:r>
              <a:rPr lang="ko-KR" altLang="en-US" dirty="0" err="1"/>
              <a:t>자동마운트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0AA1BC-E057-9267-6417-C4C2CED1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47" y="1104595"/>
            <a:ext cx="5363323" cy="4363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122846D-AC6B-9D1F-E922-2C244A78A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268" y="1504700"/>
            <a:ext cx="5592041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8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7FE0-CAD4-9CDA-00AF-BC204B87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499DB9-AC22-F87F-329F-E5576480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6AC5C-841B-6FB7-3C95-BFBC8EB07285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8422A-C95A-BAC9-A7F3-AB9D7AC4AC5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기존 </a:t>
            </a:r>
            <a:r>
              <a:rPr lang="en-US" altLang="ko-KR" dirty="0"/>
              <a:t>repo </a:t>
            </a:r>
            <a:r>
              <a:rPr lang="ko-KR" altLang="en-US" dirty="0"/>
              <a:t>백업 및 새로운 </a:t>
            </a:r>
            <a:r>
              <a:rPr lang="en-US" altLang="ko-KR" dirty="0"/>
              <a:t>repo </a:t>
            </a:r>
            <a:r>
              <a:rPr lang="ko-KR" altLang="en-US" dirty="0"/>
              <a:t>생성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C87D49-370D-670A-AADA-6209A8D6E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68" y="1192381"/>
            <a:ext cx="5239481" cy="21434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EFF0E9E-401F-CA05-DE4D-28D184CF2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67" y="3991995"/>
            <a:ext cx="5239481" cy="704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BB8066-4450-B8EB-66BC-D500A15182D7}"/>
              </a:ext>
            </a:extLst>
          </p:cNvPr>
          <p:cNvSpPr txBox="1"/>
          <p:nvPr/>
        </p:nvSpPr>
        <p:spPr>
          <a:xfrm>
            <a:off x="707448" y="3561612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새로운 </a:t>
            </a:r>
            <a:r>
              <a:rPr lang="en-US" altLang="ko-KR" dirty="0"/>
              <a:t>repo </a:t>
            </a:r>
            <a:r>
              <a:rPr lang="ko-KR" altLang="en-US" dirty="0"/>
              <a:t>생성 전 </a:t>
            </a:r>
            <a:r>
              <a:rPr lang="en-US" altLang="ko-KR" dirty="0" err="1"/>
              <a:t>dnf</a:t>
            </a:r>
            <a:r>
              <a:rPr lang="ko-KR" altLang="en-US" dirty="0"/>
              <a:t>로 설치가능한지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01AAE0-39CF-DD30-B5DC-F1CDF433A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648" y="1192381"/>
            <a:ext cx="3781953" cy="1952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8F9AFB-D004-7E80-0D50-DFFF4883C177}"/>
              </a:ext>
            </a:extLst>
          </p:cNvPr>
          <p:cNvSpPr txBox="1"/>
          <p:nvPr/>
        </p:nvSpPr>
        <p:spPr>
          <a:xfrm>
            <a:off x="6919648" y="732687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en-US" altLang="ko-KR" dirty="0" err="1"/>
              <a:t>Baseos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Appstrem </a:t>
            </a:r>
            <a:r>
              <a:rPr lang="ko-KR" altLang="en-US" dirty="0"/>
              <a:t>설정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1D30E02-7000-5602-D7C8-4B63F3C81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648" y="3906258"/>
            <a:ext cx="4858428" cy="7906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EC236D-DD83-DE0A-1FCC-418F853308A4}"/>
              </a:ext>
            </a:extLst>
          </p:cNvPr>
          <p:cNvSpPr txBox="1"/>
          <p:nvPr/>
        </p:nvSpPr>
        <p:spPr>
          <a:xfrm>
            <a:off x="6919648" y="342900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</a:t>
            </a:r>
            <a:r>
              <a:rPr lang="en-US" altLang="ko-KR" dirty="0" err="1"/>
              <a:t>Dnf</a:t>
            </a:r>
            <a:r>
              <a:rPr lang="en-US" altLang="ko-KR" dirty="0"/>
              <a:t> </a:t>
            </a:r>
            <a:r>
              <a:rPr lang="en-US" altLang="ko-KR" dirty="0" err="1"/>
              <a:t>repolist</a:t>
            </a:r>
            <a:r>
              <a:rPr lang="ko-KR" altLang="en-US" dirty="0"/>
              <a:t>로 정상등록 확인</a:t>
            </a:r>
          </a:p>
        </p:txBody>
      </p:sp>
    </p:spTree>
    <p:extLst>
      <p:ext uri="{BB962C8B-B14F-4D97-AF65-F5344CB8AC3E}">
        <p14:creationId xmlns:p14="http://schemas.microsoft.com/office/powerpoint/2010/main" val="382308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8DAB-0425-6277-43B6-6A9CC04D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6003A-556B-6F7A-DA31-795765F4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6EC42-D144-1692-33A3-32A29F5DD992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BC5A2-EB3F-CDEA-B35B-C366D4ACA788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설치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8FCBE6-43F8-1B29-BAE7-83207DA6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018162"/>
            <a:ext cx="7059010" cy="57539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2216F0-BE3A-79E2-22FA-A53B851DD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413" y="1018162"/>
            <a:ext cx="4115374" cy="27918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D4D6AC-4094-AA28-673B-9DCE2E49E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413" y="4038524"/>
            <a:ext cx="3962953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0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C412-BCB7-753F-A6CB-340DFAC5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AEBC62-CAF9-340F-9841-1986A165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1D6FA-7A12-D28F-9BB6-5DC37E5EA7D1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83D19A-5B91-A245-9826-5B1886FF7C9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dnf</a:t>
            </a:r>
            <a:r>
              <a:rPr lang="ko-KR" altLang="en-US" dirty="0"/>
              <a:t> </a:t>
            </a:r>
            <a:r>
              <a:rPr lang="en-US" altLang="ko-KR" dirty="0"/>
              <a:t>clean </a:t>
            </a:r>
            <a:r>
              <a:rPr lang="ko-KR" altLang="en-US" dirty="0"/>
              <a:t>후에도 </a:t>
            </a:r>
            <a:r>
              <a:rPr lang="en-US" altLang="ko-KR" dirty="0" err="1"/>
              <a:t>zsh</a:t>
            </a:r>
            <a:r>
              <a:rPr lang="ko-KR" altLang="en-US" dirty="0"/>
              <a:t>도 설치 가능한지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96991A-A3FA-2A67-4A80-5C21F3153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49" y="1192381"/>
            <a:ext cx="10040751" cy="26768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CDBF03-3AC6-EC73-AD96-E2D61C016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5" y="3741851"/>
            <a:ext cx="10193173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4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와이드스크린</PresentationFormat>
  <Paragraphs>47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4gl</dc:creator>
  <cp:lastModifiedBy>4gl</cp:lastModifiedBy>
  <cp:revision>2</cp:revision>
  <dcterms:created xsi:type="dcterms:W3CDTF">2026-04-23T03:15:16Z</dcterms:created>
  <dcterms:modified xsi:type="dcterms:W3CDTF">2026-04-23T03:15:33Z</dcterms:modified>
</cp:coreProperties>
</file>