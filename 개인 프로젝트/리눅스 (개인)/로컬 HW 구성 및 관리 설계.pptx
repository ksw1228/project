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rtl="0"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515223" name="머리글 개체 틀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1177760991" name="날짜 개체 틀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>
              <a:defRPr/>
            </a:pPr>
            <a:fld id="{B834EDFF-C18C-466F-B693-08283F9FE7CF}" type="datetime1">
              <a:rPr lang="en-US" altLang="ko-KR"/>
              <a:t>2026-04-22</a:t>
            </a:fld>
            <a:endParaRPr lang="en-US"/>
          </a:p>
        </p:txBody>
      </p:sp>
      <p:sp>
        <p:nvSpPr>
          <p:cNvPr id="1985997314" name="슬라이드 이미지 개체 틀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>
              <a:defRPr/>
            </a:pPr>
            <a:endParaRPr lang="en-US"/>
          </a:p>
        </p:txBody>
      </p:sp>
      <p:sp>
        <p:nvSpPr>
          <p:cNvPr id="492943667" name="슬라이드 노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>
              <a:defRPr/>
            </a:pPr>
            <a:r>
              <a:rPr lang="ko"/>
              <a:t>마스터 텍스트 스타일을 편집하려면 클릭하세요.</a:t>
            </a:r>
            <a:endParaRPr lang="en-US"/>
          </a:p>
          <a:p>
            <a:pPr lvl="1" rtl="0">
              <a:defRPr/>
            </a:pPr>
            <a:r>
              <a:rPr lang="ko"/>
              <a:t>둘째 수준</a:t>
            </a:r>
            <a:endParaRPr/>
          </a:p>
          <a:p>
            <a:pPr lvl="2" rtl="0">
              <a:defRPr/>
            </a:pPr>
            <a:r>
              <a:rPr lang="ko"/>
              <a:t>셋째 수준</a:t>
            </a:r>
            <a:endParaRPr/>
          </a:p>
          <a:p>
            <a:pPr lvl="3" rtl="0">
              <a:defRPr/>
            </a:pPr>
            <a:r>
              <a:rPr lang="ko"/>
              <a:t>넷째 수준</a:t>
            </a:r>
            <a:endParaRPr/>
          </a:p>
          <a:p>
            <a:pPr lvl="4" rtl="0">
              <a:defRPr/>
            </a:pPr>
            <a:r>
              <a:rPr lang="ko"/>
              <a:t>다섯째 수준</a:t>
            </a:r>
            <a:endParaRPr lang="en-US"/>
          </a:p>
        </p:txBody>
      </p:sp>
      <p:sp>
        <p:nvSpPr>
          <p:cNvPr id="518383054" name="바닥글 개체 틀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>
              <a:defRPr/>
            </a:pPr>
            <a:endParaRPr lang="en-US"/>
          </a:p>
        </p:txBody>
      </p:sp>
      <p:sp>
        <p:nvSpPr>
          <p:cNvPr id="962618453" name="슬라이드 번호 개체 틀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>
              <a:defRPr/>
            </a:pPr>
            <a:fld id="{37A705E3-E620-489D-9973-6221209A4B3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DB4D4F-59FF-251C-7F07-567BFE61C1B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F86DEE-B3DB-6716-A92C-1EBBF6BC6D2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012323" name="직사각형 4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en-US">
              <a:latin typeface="+mj-ea"/>
              <a:ea typeface="+mj-ea"/>
            </a:endParaRPr>
          </a:p>
        </p:txBody>
      </p:sp>
      <p:sp useBgFill="1">
        <p:nvSpPr>
          <p:cNvPr id="390200390" name="직사각형 9"/>
          <p:cNvSpPr/>
          <p:nvPr/>
        </p:nvSpPr>
        <p:spPr bwMode="auto"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51615633" name="직사각형 10"/>
          <p:cNvSpPr/>
          <p:nvPr/>
        </p:nvSpPr>
        <p:spPr bwMode="auto"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414893351" name="직사각형 14"/>
          <p:cNvSpPr/>
          <p:nvPr/>
        </p:nvSpPr>
        <p:spPr bwMode="auto"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93372325" name="그룹 6"/>
          <p:cNvGrpSpPr/>
          <p:nvPr/>
        </p:nvGrpSpPr>
        <p:grpSpPr bwMode="auto"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 bwMode="auto"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auto"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auto"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2463287" name="제목 1"/>
          <p:cNvSpPr>
            <a:spLocks noGrp="1"/>
          </p:cNvSpPr>
          <p:nvPr>
            <p:ph type="ctrTitle" hasCustomPrompt="1"/>
          </p:nvPr>
        </p:nvSpPr>
        <p:spPr bwMode="auto"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cap="all" spc="-1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rtl="0">
              <a:defRPr/>
            </a:pPr>
            <a:r>
              <a:rPr lang="ko"/>
              <a:t>마스터 제목 스타일</a:t>
            </a:r>
            <a:br>
              <a:rPr lang="en-US"/>
            </a:br>
            <a:r>
              <a:rPr lang="ko"/>
              <a:t>편집</a:t>
            </a:r>
            <a:endParaRPr lang="en-US"/>
          </a:p>
        </p:txBody>
      </p:sp>
      <p:sp>
        <p:nvSpPr>
          <p:cNvPr id="818939977" name="부제목 2"/>
          <p:cNvSpPr>
            <a:spLocks noGrp="1"/>
          </p:cNvSpPr>
          <p:nvPr>
            <p:ph type="subTitle" idx="1"/>
          </p:nvPr>
        </p:nvSpPr>
        <p:spPr bwMode="auto"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>
              <a:defRPr/>
            </a:pPr>
            <a:r>
              <a:rPr lang="ko-KR"/>
              <a:t>클릭하여 마스터 부제목 스타일 편집</a:t>
            </a:r>
            <a:endParaRPr lang="en-US"/>
          </a:p>
        </p:txBody>
      </p:sp>
      <p:sp>
        <p:nvSpPr>
          <p:cNvPr id="460582547" name="날짜 개체 틀 19"/>
          <p:cNvSpPr>
            <a:spLocks noGrp="1"/>
          </p:cNvSpPr>
          <p:nvPr>
            <p:ph type="dt" sz="half" idx="10"/>
          </p:nvPr>
        </p:nvSpPr>
        <p:spPr bwMode="auto"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0421086B-92A0-4D22-94D7-207C8E029793}" type="datetime1">
              <a:rPr lang="en-US" altLang="ko-KR"/>
              <a:t>2026-04-22</a:t>
            </a:fld>
            <a:endParaRPr lang="en-US"/>
          </a:p>
        </p:txBody>
      </p:sp>
      <p:sp>
        <p:nvSpPr>
          <p:cNvPr id="1365563237" name="바닥글 개체 틀 20"/>
          <p:cNvSpPr>
            <a:spLocks noGrp="1"/>
          </p:cNvSpPr>
          <p:nvPr>
            <p:ph type="ftr" sz="quarter" idx="11"/>
          </p:nvPr>
        </p:nvSpPr>
        <p:spPr bwMode="auto"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7087488" name="슬라이드 번호 개체 틀 21"/>
          <p:cNvSpPr>
            <a:spLocks noGrp="1"/>
          </p:cNvSpPr>
          <p:nvPr>
            <p:ph type="sldNum" sz="quarter" idx="12"/>
          </p:nvPr>
        </p:nvSpPr>
        <p:spPr bwMode="auto"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190913" name="제목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596118863" name="내용 개체 틀 2"/>
          <p:cNvSpPr>
            <a:spLocks noGrp="1"/>
          </p:cNvSpPr>
          <p:nvPr>
            <p:ph idx="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701650436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2EABA43C-120F-4415-98B3-372D2FECC855}" type="datetime1">
              <a:rPr lang="en-US" altLang="ko-KR"/>
              <a:t>2026-04-22</a:t>
            </a:fld>
            <a:endParaRPr lang="en-US"/>
          </a:p>
        </p:txBody>
      </p:sp>
      <p:sp>
        <p:nvSpPr>
          <p:cNvPr id="931720127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8991538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secHead" preserve="1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247088" name="직사각형 14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en-US">
              <a:latin typeface="+mj-ea"/>
              <a:ea typeface="+mj-ea"/>
            </a:endParaRPr>
          </a:p>
        </p:txBody>
      </p:sp>
      <p:sp useBgFill="1">
        <p:nvSpPr>
          <p:cNvPr id="487212072" name="직사각형 22"/>
          <p:cNvSpPr/>
          <p:nvPr/>
        </p:nvSpPr>
        <p:spPr bwMode="auto"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959820639" name="직사각형 23"/>
          <p:cNvSpPr/>
          <p:nvPr/>
        </p:nvSpPr>
        <p:spPr bwMode="auto"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990885766" name="직사각형 29"/>
          <p:cNvSpPr/>
          <p:nvPr/>
        </p:nvSpPr>
        <p:spPr bwMode="auto"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487695" name="제목 1"/>
          <p:cNvSpPr>
            <a:spLocks noGrp="1"/>
          </p:cNvSpPr>
          <p:nvPr>
            <p:ph type="title" hasCustomPrompt="1"/>
          </p:nvPr>
        </p:nvSpPr>
        <p:spPr bwMode="auto"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cap="all" spc="-1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cs"/>
              </a:defRPr>
            </a:lvl1pPr>
          </a:lstStyle>
          <a:p>
            <a:pPr rtl="0">
              <a:defRPr/>
            </a:pPr>
            <a:r>
              <a:rPr lang="ko"/>
              <a:t>마스터 제목 스타일</a:t>
            </a:r>
            <a:br>
              <a:rPr lang="en-US"/>
            </a:br>
            <a:r>
              <a:rPr lang="ko"/>
              <a:t>편집</a:t>
            </a:r>
            <a:endParaRPr lang="en-US"/>
          </a:p>
        </p:txBody>
      </p:sp>
      <p:grpSp>
        <p:nvGrpSpPr>
          <p:cNvPr id="1921916218" name="그룹 15"/>
          <p:cNvGrpSpPr/>
          <p:nvPr/>
        </p:nvGrpSpPr>
        <p:grpSpPr bwMode="auto"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 16"/>
            <p:cNvCxnSpPr/>
            <p:nvPr/>
          </p:nvCxnSpPr>
          <p:spPr bwMode="auto"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 bwMode="auto"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/>
            <p:cNvCxnSpPr/>
            <p:nvPr/>
          </p:nvCxnSpPr>
          <p:spPr bwMode="auto"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2830914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926789550" name="날짜 개체 틀 3"/>
          <p:cNvSpPr>
            <a:spLocks noGrp="1"/>
          </p:cNvSpPr>
          <p:nvPr>
            <p:ph type="dt" sz="half" idx="10"/>
          </p:nvPr>
        </p:nvSpPr>
        <p:spPr bwMode="auto"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spc="0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defRPr/>
            </a:pPr>
            <a:fld id="{7A3EB572-C624-418B-8597-163D90616FC8}" type="datetime1">
              <a:rPr lang="en-US" altLang="ko-KR"/>
              <a:t>2026-04-22</a:t>
            </a:fld>
            <a:endParaRPr lang="ko-KR"/>
          </a:p>
        </p:txBody>
      </p:sp>
      <p:sp>
        <p:nvSpPr>
          <p:cNvPr id="998367208" name="바닥글 개체 틀 4"/>
          <p:cNvSpPr>
            <a:spLocks noGrp="1"/>
          </p:cNvSpPr>
          <p:nvPr>
            <p:ph type="ftr" sz="quarter" idx="11"/>
          </p:nvPr>
        </p:nvSpPr>
        <p:spPr bwMode="auto"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87080843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내용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689216" name="제목 7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993984985" name="내용 개체 틀 2"/>
          <p:cNvSpPr>
            <a:spLocks noGrp="1"/>
          </p:cNvSpPr>
          <p:nvPr>
            <p:ph sz="half" idx="1"/>
          </p:nvPr>
        </p:nvSpPr>
        <p:spPr bwMode="auto"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661858236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83841673" name="날짜 개체 틀 4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BE760CE9-DAAA-4235-992F-BD3E0145916A}" type="datetime1">
              <a:rPr lang="en-US" altLang="ko-KR"/>
              <a:t>2026-04-22</a:t>
            </a:fld>
            <a:endParaRPr lang="en-US"/>
          </a:p>
        </p:txBody>
      </p:sp>
      <p:sp>
        <p:nvSpPr>
          <p:cNvPr id="1248498769" name="바닥글 개체 틀 5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55880250" name="슬라이드 번호 개체 틀 6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966702" name="제목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94779251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108532976" name="내용 개체 틀 3"/>
          <p:cNvSpPr>
            <a:spLocks noGrp="1"/>
          </p:cNvSpPr>
          <p:nvPr>
            <p:ph sz="half" idx="2"/>
          </p:nvPr>
        </p:nvSpPr>
        <p:spPr bwMode="auto"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ko"/>
          </a:p>
        </p:txBody>
      </p:sp>
      <p:sp>
        <p:nvSpPr>
          <p:cNvPr id="342729411" name="텍스트 개체 틀 4"/>
          <p:cNvSpPr>
            <a:spLocks noGrp="1"/>
          </p:cNvSpPr>
          <p:nvPr>
            <p:ph type="body" sz="quarter" idx="3"/>
          </p:nvPr>
        </p:nvSpPr>
        <p:spPr bwMode="auto"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</p:txBody>
      </p:sp>
      <p:sp>
        <p:nvSpPr>
          <p:cNvPr id="1184815767" name="내용 개체 틀 5"/>
          <p:cNvSpPr>
            <a:spLocks noGrp="1"/>
          </p:cNvSpPr>
          <p:nvPr>
            <p:ph sz="quarter" idx="4"/>
          </p:nvPr>
        </p:nvSpPr>
        <p:spPr bwMode="auto"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ko"/>
          </a:p>
        </p:txBody>
      </p:sp>
      <p:sp>
        <p:nvSpPr>
          <p:cNvPr id="354499114" name="날짜 개체 틀 6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12DB1AE6-F89A-4A3B-A7FF-0FB649FB73D9}" type="datetime1">
              <a:rPr lang="en-US" altLang="ko-KR"/>
              <a:t>2026-04-22</a:t>
            </a:fld>
            <a:endParaRPr lang="en-US"/>
          </a:p>
        </p:txBody>
      </p:sp>
      <p:sp>
        <p:nvSpPr>
          <p:cNvPr id="1759709350" name="바닥글 개체 틀 7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2693576" name="슬라이드 번호 개체 틀 8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998125" name="제목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594924677" name="날짜 개체 틀 2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D692FE0A-EA49-4D7D-9497-837FBECB3F6B}" type="datetime1">
              <a:rPr lang="en-US" altLang="ko-KR"/>
              <a:t>2026-04-22</a:t>
            </a:fld>
            <a:endParaRPr lang="en-US"/>
          </a:p>
        </p:txBody>
      </p:sp>
      <p:sp>
        <p:nvSpPr>
          <p:cNvPr id="229099048" name="바닥글 개체 틀 3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3698376" name="슬라이드 번호 개체 틀 4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비어 있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254481" name="날짜 개체 틀 1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56FBB2DF-47A9-40D1-8CCE-28FE2873E83F}" type="datetime1">
              <a:rPr lang="en-US" altLang="ko-KR"/>
              <a:t>2026-04-22</a:t>
            </a:fld>
            <a:endParaRPr lang="en-US"/>
          </a:p>
        </p:txBody>
      </p:sp>
      <p:sp>
        <p:nvSpPr>
          <p:cNvPr id="1647787782" name="바닥글 개체 틀 2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9875273" name="슬라이드 번호 개체 틀 3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Tx" preserve="1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212533" name="직사각형 9"/>
          <p:cNvSpPr/>
          <p:nvPr/>
        </p:nvSpPr>
        <p:spPr bwMode="auto"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335846" name="직사각형 12"/>
          <p:cNvSpPr/>
          <p:nvPr/>
        </p:nvSpPr>
        <p:spPr bwMode="auto"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146291" name="제목 1"/>
          <p:cNvSpPr>
            <a:spLocks noGrp="1"/>
          </p:cNvSpPr>
          <p:nvPr>
            <p:ph type="title" hasCustomPrompt="1"/>
          </p:nvPr>
        </p:nvSpPr>
        <p:spPr bwMode="auto"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lang="en-US" sz="3200" b="0" cap="none" spc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</a:lstStyle>
          <a:p>
            <a:pPr rtl="0">
              <a:defRPr/>
            </a:pPr>
            <a:r>
              <a:rPr lang="ko"/>
              <a:t>마스터 제목</a:t>
            </a:r>
            <a:br>
              <a:rPr lang="en-US"/>
            </a:br>
            <a:r>
              <a:rPr lang="ko"/>
              <a:t>스타일 편집</a:t>
            </a:r>
            <a:endParaRPr lang="en-US"/>
          </a:p>
        </p:txBody>
      </p:sp>
      <p:sp>
        <p:nvSpPr>
          <p:cNvPr id="2142796397" name="내용 개체 틀 2"/>
          <p:cNvSpPr>
            <a:spLocks noGrp="1"/>
          </p:cNvSpPr>
          <p:nvPr>
            <p:ph idx="1"/>
          </p:nvPr>
        </p:nvSpPr>
        <p:spPr bwMode="auto"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2009167276" name="텍스트 개체 틀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>
              <a:defRPr/>
            </a:pPr>
            <a:r>
              <a:rPr lang="ko"/>
              <a:t>마스터 텍스트 스타일을</a:t>
            </a:r>
            <a:br>
              <a:rPr lang="en-US"/>
            </a:br>
            <a:r>
              <a:rPr lang="ko"/>
              <a:t>편집하려면 클릭하세요.</a:t>
            </a:r>
            <a:endParaRPr/>
          </a:p>
        </p:txBody>
      </p:sp>
      <p:sp>
        <p:nvSpPr>
          <p:cNvPr id="1120794783" name="날짜 개체 틀 7"/>
          <p:cNvSpPr>
            <a:spLocks noGrp="1"/>
          </p:cNvSpPr>
          <p:nvPr>
            <p:ph type="dt" sz="half" idx="10"/>
          </p:nvPr>
        </p:nvSpPr>
        <p:spPr bwMode="auto">
          <a:xfrm>
            <a:off x="5588000" y="6035039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490B79C2-6C94-403B-8C2C-F3D94681D3D0}" type="datetime1">
              <a:rPr lang="en-US" altLang="ko-KR"/>
              <a:t>2026-04-22</a:t>
            </a:fld>
            <a:endParaRPr lang="en-US"/>
          </a:p>
        </p:txBody>
      </p:sp>
      <p:sp>
        <p:nvSpPr>
          <p:cNvPr id="1925874953" name="바닥글 개체 틀 8"/>
          <p:cNvSpPr>
            <a:spLocks noGrp="1"/>
          </p:cNvSpPr>
          <p:nvPr>
            <p:ph type="ftr" sz="quarter" idx="11"/>
          </p:nvPr>
        </p:nvSpPr>
        <p:spPr bwMode="auto">
          <a:xfrm>
            <a:off x="685801" y="6035039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4040544" name="슬라이드 번호 개체 틀 10"/>
          <p:cNvSpPr>
            <a:spLocks noGrp="1"/>
          </p:cNvSpPr>
          <p:nvPr>
            <p:ph type="sldNum" sz="quarter" idx="12"/>
          </p:nvPr>
        </p:nvSpPr>
        <p:spPr bwMode="auto">
          <a:xfrm>
            <a:off x="10396728" y="6035039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picTx" preserve="1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0821" name="직사각형 10"/>
          <p:cNvSpPr/>
          <p:nvPr/>
        </p:nvSpPr>
        <p:spPr bwMode="auto"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0364182" name="그림 개체 틀 2"/>
          <p:cNvSpPr>
            <a:spLocks noGrp="1" noChangeAspect="1"/>
          </p:cNvSpPr>
          <p:nvPr>
            <p:ph type="pic" idx="1"/>
          </p:nvPr>
        </p:nvSpPr>
        <p:spPr bwMode="auto">
          <a:xfrm>
            <a:off x="228599" y="237744"/>
            <a:ext cx="7696201" cy="63825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>
              <a:defRPr/>
            </a:pPr>
            <a:r>
              <a:rPr lang="ko-KR"/>
              <a:t>그림을 추가하려면 아이콘을 클릭하십시오</a:t>
            </a:r>
            <a:endParaRPr lang="en-US"/>
          </a:p>
        </p:txBody>
      </p:sp>
      <p:sp>
        <p:nvSpPr>
          <p:cNvPr id="1209156138" name="날짜 개체 틀 4"/>
          <p:cNvSpPr>
            <a:spLocks noGrp="1"/>
          </p:cNvSpPr>
          <p:nvPr>
            <p:ph type="dt" sz="half" idx="10"/>
          </p:nvPr>
        </p:nvSpPr>
        <p:spPr bwMode="auto">
          <a:xfrm>
            <a:off x="5662337" y="6035039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85759F83-5FB7-41EB-8B77-54D18451864A}" type="datetime1">
              <a:rPr lang="en-US" altLang="ko-KR"/>
              <a:t>2026-04-22</a:t>
            </a:fld>
            <a:endParaRPr lang="en-US"/>
          </a:p>
        </p:txBody>
      </p:sp>
      <p:sp>
        <p:nvSpPr>
          <p:cNvPr id="1615905232" name="바닥글 개체 틀 5"/>
          <p:cNvSpPr>
            <a:spLocks noGrp="1"/>
          </p:cNvSpPr>
          <p:nvPr>
            <p:ph type="ftr" sz="quarter" idx="11"/>
          </p:nvPr>
        </p:nvSpPr>
        <p:spPr bwMode="auto">
          <a:xfrm>
            <a:off x="612648" y="6035039"/>
            <a:ext cx="4588002" cy="365760"/>
          </a:xfrm>
        </p:spPr>
        <p:txBody>
          <a:bodyPr rtlCol="0"/>
          <a:lstStyle>
            <a:lvl1pPr marL="0" algn="r" defTabSz="914400" rtl="0">
              <a:defRPr lang="en-US" sz="1000" b="1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pPr algn="l">
              <a:defRPr/>
            </a:pPr>
            <a:endParaRPr lang="ko-KR"/>
          </a:p>
        </p:txBody>
      </p:sp>
      <p:sp>
        <p:nvSpPr>
          <p:cNvPr id="1891524760" name="슬라이드 번호 개체 틀 6"/>
          <p:cNvSpPr>
            <a:spLocks noGrp="1"/>
          </p:cNvSpPr>
          <p:nvPr>
            <p:ph type="sldNum" sz="quarter" idx="12"/>
          </p:nvPr>
        </p:nvSpPr>
        <p:spPr bwMode="auto">
          <a:xfrm>
            <a:off x="10396728" y="6035039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  <p:sp>
        <p:nvSpPr>
          <p:cNvPr id="447109726" name="직사각형 11"/>
          <p:cNvSpPr/>
          <p:nvPr/>
        </p:nvSpPr>
        <p:spPr bwMode="auto"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918372" name="제목 1"/>
          <p:cNvSpPr>
            <a:spLocks noGrp="1"/>
          </p:cNvSpPr>
          <p:nvPr>
            <p:ph type="title" hasCustomPrompt="1"/>
          </p:nvPr>
        </p:nvSpPr>
        <p:spPr bwMode="auto"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"/>
              <a:t>마스터 제목</a:t>
            </a:r>
            <a:br>
              <a:rPr lang="en-US"/>
            </a:br>
            <a:r>
              <a:rPr lang="ko"/>
              <a:t>스타일 편집</a:t>
            </a:r>
            <a:endParaRPr lang="en-US"/>
          </a:p>
        </p:txBody>
      </p:sp>
      <p:sp>
        <p:nvSpPr>
          <p:cNvPr id="50117842" name="텍스트 개체 틀 3"/>
          <p:cNvSpPr>
            <a:spLocks noGrp="1"/>
          </p:cNvSpPr>
          <p:nvPr>
            <p:ph type="body" sz="half" idx="2" hasCustomPrompt="1"/>
          </p:nvPr>
        </p:nvSpPr>
        <p:spPr bwMode="auto"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>
              <a:defRPr/>
            </a:pPr>
            <a:r>
              <a:rPr lang="ko"/>
              <a:t>마스터 텍스트 스타일을</a:t>
            </a:r>
            <a:br>
              <a:rPr lang="en-US"/>
            </a:br>
            <a:r>
              <a:rPr lang="ko"/>
              <a:t>편집하려면 클릭하세요.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32812" name="제목 1"/>
          <p:cNvSpPr>
            <a:spLocks noGrp="1"/>
          </p:cNvSpPr>
          <p:nvPr>
            <p:ph type="title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843552093" name="세로 텍스트 개체 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862144099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9AA789D4-F75C-46F1-A8E1-B49D7553F821}" type="datetime1">
              <a:rPr lang="en-US" altLang="ko-KR"/>
              <a:t>2026-04-22</a:t>
            </a:fld>
            <a:endParaRPr lang="en-US"/>
          </a:p>
        </p:txBody>
      </p:sp>
      <p:sp>
        <p:nvSpPr>
          <p:cNvPr id="836433575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9674869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009726" name="세로 제목 1"/>
          <p:cNvSpPr>
            <a:spLocks noGrp="1"/>
          </p:cNvSpPr>
          <p:nvPr>
            <p:ph type="title" orient="vert"/>
          </p:nvPr>
        </p:nvSpPr>
        <p:spPr bwMode="auto">
          <a:xfrm>
            <a:off x="8991600" y="762000"/>
            <a:ext cx="2362199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>
              <a:defRPr/>
            </a:pPr>
            <a:r>
              <a:rPr lang="ko-KR"/>
              <a:t>마스터 제목 스타일 편집</a:t>
            </a:r>
            <a:endParaRPr lang="en-US"/>
          </a:p>
        </p:txBody>
      </p:sp>
      <p:sp>
        <p:nvSpPr>
          <p:cNvPr id="1341160581" name="세로 텍스트 개체 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762000"/>
            <a:ext cx="8077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>
              <a:defRPr/>
            </a:pPr>
            <a:r>
              <a:rPr lang="ko-KR"/>
              <a:t>마스터 텍스트 스타일을 편집하려면 클릭</a:t>
            </a:r>
            <a:endParaRPr/>
          </a:p>
          <a:p>
            <a:pPr lvl="1" rtl="0">
              <a:defRPr/>
            </a:pPr>
            <a:r>
              <a:rPr lang="ko-KR"/>
              <a:t>두 번째 수준</a:t>
            </a:r>
            <a:endParaRPr/>
          </a:p>
          <a:p>
            <a:pPr lvl="2" rtl="0">
              <a:defRPr/>
            </a:pPr>
            <a:r>
              <a:rPr lang="ko-KR"/>
              <a:t>세 번째 수준</a:t>
            </a:r>
            <a:endParaRPr/>
          </a:p>
          <a:p>
            <a:pPr lvl="3" rtl="0">
              <a:defRPr/>
            </a:pPr>
            <a:r>
              <a:rPr lang="ko-KR"/>
              <a:t>네 번째 수준</a:t>
            </a:r>
            <a:endParaRPr/>
          </a:p>
          <a:p>
            <a:pPr lvl="4" rtl="0">
              <a:defRPr/>
            </a:pPr>
            <a:r>
              <a:rPr lang="ko-KR"/>
              <a:t>다섯 번째 수준</a:t>
            </a:r>
            <a:endParaRPr lang="en-US"/>
          </a:p>
        </p:txBody>
      </p:sp>
      <p:sp>
        <p:nvSpPr>
          <p:cNvPr id="101710544" name="날짜 개체 틀 3"/>
          <p:cNvSpPr>
            <a:spLocks noGrp="1"/>
          </p:cNvSpPr>
          <p:nvPr>
            <p:ph type="dt" sz="half" idx="10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6E95217A-41F5-40B0-A1B1-26DD36AFCC5B}" type="datetime1">
              <a:rPr lang="en-US" altLang="ko-KR"/>
              <a:t>2026-04-22</a:t>
            </a:fld>
            <a:endParaRPr lang="en-US"/>
          </a:p>
        </p:txBody>
      </p:sp>
      <p:sp>
        <p:nvSpPr>
          <p:cNvPr id="1504174133" name="바닥글 개체 틀 4"/>
          <p:cNvSpPr>
            <a:spLocks noGrp="1"/>
          </p:cNvSpPr>
          <p:nvPr>
            <p:ph type="ftr" sz="quarter" idx="11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4565551" name="슬라이드 번호 개체 틀 5"/>
          <p:cNvSpPr>
            <a:spLocks noGrp="1"/>
          </p:cNvSpPr>
          <p:nvPr>
            <p:ph type="sldNum" sz="quarter" idx="12"/>
          </p:nvPr>
        </p:nvSpPr>
        <p:spPr bwMode="auto"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598957141" name="직사각형 8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defRPr/>
            </a:pPr>
            <a:endParaRPr lang="en-US">
              <a:latin typeface="+mj-ea"/>
              <a:ea typeface="+mj-ea"/>
            </a:endParaRPr>
          </a:p>
        </p:txBody>
      </p:sp>
      <p:sp>
        <p:nvSpPr>
          <p:cNvPr id="57069639" name="직사각형 6"/>
          <p:cNvSpPr/>
          <p:nvPr/>
        </p:nvSpPr>
        <p:spPr bwMode="auto"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099997830" name="직사각형 7"/>
          <p:cNvSpPr/>
          <p:nvPr/>
        </p:nvSpPr>
        <p:spPr bwMode="auto"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1715950676" name="제목 개체 틀 1"/>
          <p:cNvSpPr>
            <a:spLocks noGrp="1"/>
          </p:cNvSpPr>
          <p:nvPr>
            <p:ph type="title"/>
          </p:nvPr>
        </p:nvSpPr>
        <p:spPr bwMode="auto"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>
              <a:defRPr/>
            </a:pPr>
            <a:r>
              <a:rPr lang="ko"/>
              <a:t>마스터 제목 스타일 편집</a:t>
            </a:r>
            <a:endParaRPr lang="en-US"/>
          </a:p>
        </p:txBody>
      </p:sp>
      <p:sp>
        <p:nvSpPr>
          <p:cNvPr id="328930058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>
              <a:defRPr/>
            </a:pPr>
            <a:r>
              <a:rPr lang="ko"/>
              <a:t>마스터 텍스트 스타일을 편집하려면 클릭하세요.</a:t>
            </a:r>
            <a:endParaRPr/>
          </a:p>
          <a:p>
            <a:pPr lvl="1" rtl="0">
              <a:defRPr/>
            </a:pPr>
            <a:r>
              <a:rPr lang="ko"/>
              <a:t>둘째 수준</a:t>
            </a:r>
            <a:endParaRPr/>
          </a:p>
          <a:p>
            <a:pPr lvl="2" rtl="0">
              <a:defRPr/>
            </a:pPr>
            <a:r>
              <a:rPr lang="ko"/>
              <a:t>셋째 수준</a:t>
            </a:r>
            <a:endParaRPr/>
          </a:p>
          <a:p>
            <a:pPr lvl="3" rtl="0">
              <a:defRPr/>
            </a:pPr>
            <a:r>
              <a:rPr lang="ko"/>
              <a:t>넷째 수준</a:t>
            </a:r>
            <a:endParaRPr/>
          </a:p>
          <a:p>
            <a:pPr lvl="4" rtl="0">
              <a:defRPr/>
            </a:pPr>
            <a:r>
              <a:rPr lang="ko"/>
              <a:t>다섯째 수준</a:t>
            </a:r>
            <a:endParaRPr lang="en-US"/>
          </a:p>
        </p:txBody>
      </p:sp>
      <p:sp>
        <p:nvSpPr>
          <p:cNvPr id="2110329875" name="날짜 개체 틀 3"/>
          <p:cNvSpPr>
            <a:spLocks noGrp="1"/>
          </p:cNvSpPr>
          <p:nvPr>
            <p:ph type="dt" sz="half" idx="2"/>
          </p:nvPr>
        </p:nvSpPr>
        <p:spPr bwMode="auto">
          <a:xfrm>
            <a:off x="7256794" y="6035039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98D2B5FF-957F-493E-A036-A1B14CB1BDF4}" type="datetime1">
              <a:rPr lang="en-US" altLang="ko-KR"/>
              <a:t>2026-04-22</a:t>
            </a:fld>
            <a:endParaRPr lang="en-US"/>
          </a:p>
        </p:txBody>
      </p:sp>
      <p:sp>
        <p:nvSpPr>
          <p:cNvPr id="1547360219" name="바닥글 개체 틀 4"/>
          <p:cNvSpPr>
            <a:spLocks noGrp="1"/>
          </p:cNvSpPr>
          <p:nvPr>
            <p:ph type="ftr" sz="quarter" idx="3"/>
          </p:nvPr>
        </p:nvSpPr>
        <p:spPr bwMode="auto">
          <a:xfrm>
            <a:off x="1066800" y="6035039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3515032" name="슬라이드 번호 개체 틀 5"/>
          <p:cNvSpPr>
            <a:spLocks noGrp="1"/>
          </p:cNvSpPr>
          <p:nvPr>
            <p:ph type="sldNum" sz="quarter" idx="4"/>
          </p:nvPr>
        </p:nvSpPr>
        <p:spPr bwMode="auto">
          <a:xfrm>
            <a:off x="10287000" y="6035039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34B7E4EF-A1BD-40F4-AB7B-04F084DD991D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>
        <a:lnSpc>
          <a:spcPct val="90000"/>
        </a:lnSpc>
        <a:spcBef>
          <a:spcPts val="0"/>
        </a:spcBef>
        <a:buNone/>
        <a:defRPr lang="en-US" sz="4000" i="0" cap="none" spc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n-cs"/>
        </a:defRPr>
      </a:lvl1pPr>
    </p:titleStyle>
    <p:bodyStyle>
      <a:lvl1pPr marL="182880" indent="-182880" algn="l" defTabSz="914400" rtl="0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/>
        <a:buChar char="◦"/>
        <a:defRPr sz="15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3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/>
        <a:buChar char="◦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9530674" name="그림 5" descr="로고 클로즈업&#10;&#10;자동 생성되는 설명"/>
          <p:cNvPicPr>
            <a:picLocks noChangeAspect="1"/>
          </p:cNvPicPr>
          <p:nvPr/>
        </p:nvPicPr>
        <p:blipFill rotWithShape="1">
          <a:blip r:embed="rId3"/>
          <a:srcRect r="-1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09079114" name="직사각형 8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491897282" name="직사각형 8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pPr>
              <a:defRPr/>
            </a:pPr>
            <a:endParaRPr lang="ko-KR"/>
          </a:p>
        </p:txBody>
      </p:sp>
      <p:sp>
        <p:nvSpPr>
          <p:cNvPr id="786838552" name="제목 1"/>
          <p:cNvSpPr>
            <a:spLocks noGrp="1"/>
          </p:cNvSpPr>
          <p:nvPr>
            <p:ph type="ctrTitle"/>
          </p:nvPr>
        </p:nvSpPr>
        <p:spPr bwMode="auto">
          <a:xfrm>
            <a:off x="6033792" y="2686394"/>
            <a:ext cx="4775075" cy="1630907"/>
          </a:xfrm>
        </p:spPr>
        <p:txBody>
          <a:bodyPr rtlCol="0">
            <a:normAutofit/>
          </a:bodyPr>
          <a:lstStyle/>
          <a:p>
            <a:pPr rtl="0">
              <a:defRPr/>
            </a:pPr>
            <a:r>
              <a:rPr lang="ko-KR" sz="4400">
                <a:solidFill>
                  <a:schemeClr val="tx1"/>
                </a:solidFill>
                <a:latin typeface="Malgun Gothic"/>
                <a:ea typeface="Malgun Gothic"/>
              </a:rPr>
              <a:t>로컬 </a:t>
            </a:r>
            <a:r>
              <a:rPr lang="en-US" sz="4400">
                <a:solidFill>
                  <a:schemeClr val="tx1"/>
                </a:solidFill>
                <a:latin typeface="Malgun Gothic"/>
                <a:ea typeface="Malgun Gothic"/>
              </a:rPr>
              <a:t>HW </a:t>
            </a:r>
            <a:r>
              <a:rPr lang="ko-KR" sz="4400">
                <a:solidFill>
                  <a:schemeClr val="tx1"/>
                </a:solidFill>
                <a:latin typeface="Malgun Gothic"/>
                <a:ea typeface="Malgun Gothic"/>
              </a:rPr>
              <a:t>구성 및</a:t>
            </a:r>
            <a:br>
              <a:rPr lang="en-US" sz="4400">
                <a:solidFill>
                  <a:schemeClr val="tx1"/>
                </a:solidFill>
                <a:latin typeface="Malgun Gothic"/>
                <a:ea typeface="Malgun Gothic"/>
              </a:rPr>
            </a:br>
            <a:r>
              <a:rPr lang="ko-KR" sz="4400">
                <a:solidFill>
                  <a:schemeClr val="tx1"/>
                </a:solidFill>
                <a:latin typeface="Malgun Gothic"/>
                <a:ea typeface="Malgun Gothic"/>
              </a:rPr>
              <a:t>관리 설계</a:t>
            </a:r>
            <a:endParaRPr lang="ko" sz="4400">
              <a:solidFill>
                <a:schemeClr val="tx1"/>
              </a:solidFill>
              <a:latin typeface="Malgun Gothic"/>
              <a:ea typeface="Malgun Gothic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467916" name="화살표: 오각형 25"/>
          <p:cNvSpPr/>
          <p:nvPr/>
        </p:nvSpPr>
        <p:spPr bwMode="auto">
          <a:xfrm rot="16199999">
            <a:off x="9215134" y="4926436"/>
            <a:ext cx="1699404" cy="956025"/>
          </a:xfrm>
          <a:prstGeom prst="homePlate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2157921" name="화살표: 오각형 24"/>
          <p:cNvSpPr/>
          <p:nvPr/>
        </p:nvSpPr>
        <p:spPr bwMode="auto">
          <a:xfrm rot="16199999">
            <a:off x="3424687" y="1794293"/>
            <a:ext cx="1828800" cy="7090916"/>
          </a:xfrm>
          <a:prstGeom prst="homePlate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77472052" name="제목 1"/>
          <p:cNvSpPr>
            <a:spLocks noGrp="1"/>
          </p:cNvSpPr>
          <p:nvPr>
            <p:ph type="title"/>
          </p:nvPr>
        </p:nvSpPr>
        <p:spPr bwMode="auto">
          <a:xfrm>
            <a:off x="1013677" y="398860"/>
            <a:ext cx="10058400" cy="539225"/>
          </a:xfrm>
        </p:spPr>
        <p:txBody>
          <a:bodyPr rtlCol="0">
            <a:normAutofit fontScale="90000"/>
          </a:bodyPr>
          <a:lstStyle/>
          <a:p>
            <a:pPr algn="ctr" rtl="0">
              <a:defRPr/>
            </a:pPr>
            <a:r>
              <a:rPr lang="ko-KR">
                <a:latin typeface="+mj-ea"/>
                <a:ea typeface="+mj-ea"/>
              </a:rPr>
              <a:t>디스크 구성도</a:t>
            </a:r>
            <a:endParaRPr lang="ko">
              <a:latin typeface="+mj-ea"/>
              <a:ea typeface="+mj-ea"/>
            </a:endParaRPr>
          </a:p>
        </p:txBody>
      </p:sp>
      <p:sp>
        <p:nvSpPr>
          <p:cNvPr id="1870805611" name="사각형: 둥근 모서리 19"/>
          <p:cNvSpPr/>
          <p:nvPr/>
        </p:nvSpPr>
        <p:spPr bwMode="auto">
          <a:xfrm>
            <a:off x="9665827" y="5391509"/>
            <a:ext cx="798018" cy="798018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100"/>
              <a:t>디스크</a:t>
            </a:r>
            <a:r>
              <a:rPr lang="ko-KR" sz="1100"/>
              <a:t>1</a:t>
            </a:r>
          </a:p>
        </p:txBody>
      </p:sp>
      <p:sp>
        <p:nvSpPr>
          <p:cNvPr id="726649875" name="설명선: 위쪽 화살표 27"/>
          <p:cNvSpPr/>
          <p:nvPr/>
        </p:nvSpPr>
        <p:spPr bwMode="auto">
          <a:xfrm>
            <a:off x="2747586" y="3135627"/>
            <a:ext cx="3071004" cy="125521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RAID 100</a:t>
            </a:r>
            <a:endParaRPr lang="ko-KR"/>
          </a:p>
        </p:txBody>
      </p:sp>
      <p:sp>
        <p:nvSpPr>
          <p:cNvPr id="382482749" name="설명선: 위쪽 화살표 28"/>
          <p:cNvSpPr/>
          <p:nvPr/>
        </p:nvSpPr>
        <p:spPr bwMode="auto">
          <a:xfrm>
            <a:off x="2747586" y="1850291"/>
            <a:ext cx="3071004" cy="125521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/>
              <a:t>임의의 </a:t>
            </a:r>
            <a:r>
              <a:rPr lang="en-US"/>
              <a:t>LVM </a:t>
            </a:r>
            <a:r>
              <a:rPr lang="ko-KR"/>
              <a:t>구성</a:t>
            </a:r>
            <a:endParaRPr/>
          </a:p>
        </p:txBody>
      </p:sp>
      <p:sp>
        <p:nvSpPr>
          <p:cNvPr id="548356968" name="직사각형 31"/>
          <p:cNvSpPr/>
          <p:nvPr/>
        </p:nvSpPr>
        <p:spPr bwMode="auto">
          <a:xfrm>
            <a:off x="2747586" y="972590"/>
            <a:ext cx="3071004" cy="862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/quotahome </a:t>
            </a:r>
            <a:r>
              <a:rPr lang="ko-KR"/>
              <a:t>디렉터리에</a:t>
            </a:r>
            <a:endParaRPr lang="en-US"/>
          </a:p>
          <a:p>
            <a:pPr algn="ctr">
              <a:defRPr/>
            </a:pPr>
            <a:r>
              <a:rPr lang="en-US"/>
              <a:t>ext4 quota</a:t>
            </a:r>
            <a:r>
              <a:rPr lang="ko-KR"/>
              <a:t> 설정</a:t>
            </a:r>
            <a:endParaRPr/>
          </a:p>
        </p:txBody>
      </p:sp>
      <p:sp>
        <p:nvSpPr>
          <p:cNvPr id="1613139748" name="설명선: 위쪽 화살표 32"/>
          <p:cNvSpPr/>
          <p:nvPr/>
        </p:nvSpPr>
        <p:spPr bwMode="auto">
          <a:xfrm>
            <a:off x="8458274" y="3135627"/>
            <a:ext cx="3071004" cy="1255217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/>
              <a:t>별도의 일반 파티션</a:t>
            </a:r>
          </a:p>
          <a:p>
            <a:pPr algn="ctr">
              <a:defRPr/>
            </a:pPr>
            <a:r>
              <a:rPr lang="en-US"/>
              <a:t>7</a:t>
            </a:r>
            <a:r>
              <a:rPr lang="ko-KR"/>
              <a:t>개 생성</a:t>
            </a:r>
            <a:endParaRPr/>
          </a:p>
        </p:txBody>
      </p:sp>
      <p:sp>
        <p:nvSpPr>
          <p:cNvPr id="1661183755" name="직사각형 34"/>
          <p:cNvSpPr/>
          <p:nvPr/>
        </p:nvSpPr>
        <p:spPr bwMode="auto">
          <a:xfrm>
            <a:off x="8333265" y="2242866"/>
            <a:ext cx="3321022" cy="862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/>
              <a:t>모든 파티션을 임의의 디렉터리에 자동 마운트 수행</a:t>
            </a:r>
            <a:endParaRPr/>
          </a:p>
        </p:txBody>
      </p:sp>
      <p:cxnSp>
        <p:nvCxnSpPr>
          <p:cNvPr id="1046903937" name="직선 화살표 연결선 36"/>
          <p:cNvCxnSpPr>
            <a:stCxn id="548356968" idx="3"/>
          </p:cNvCxnSpPr>
          <p:nvPr/>
        </p:nvCxnSpPr>
        <p:spPr bwMode="auto">
          <a:xfrm>
            <a:off x="5818591" y="1403911"/>
            <a:ext cx="554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1871166" name="사각형: 둥근 한쪽 모서리 37"/>
          <p:cNvSpPr/>
          <p:nvPr/>
        </p:nvSpPr>
        <p:spPr bwMode="auto">
          <a:xfrm>
            <a:off x="6373411" y="1107322"/>
            <a:ext cx="2664052" cy="603849"/>
          </a:xfrm>
          <a:prstGeom prst="round1Rect">
            <a:avLst>
              <a:gd name="adj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/>
              <a:t>상세 사항은 상황 </a:t>
            </a:r>
            <a:r>
              <a:rPr lang="en-US"/>
              <a:t>5</a:t>
            </a:r>
            <a:r>
              <a:rPr lang="ko-KR"/>
              <a:t> 참조</a:t>
            </a:r>
            <a:endParaRPr/>
          </a:p>
        </p:txBody>
      </p:sp>
      <p:sp>
        <p:nvSpPr>
          <p:cNvPr id="18159681" name="TextBox 18159680"/>
          <p:cNvSpPr txBox="1"/>
          <p:nvPr/>
        </p:nvSpPr>
        <p:spPr bwMode="auto">
          <a:xfrm>
            <a:off x="2634336" y="5253776"/>
            <a:ext cx="3441198" cy="491417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ko-KR" dirty="0"/>
              <a:t>적절한 디스크 </a:t>
            </a:r>
            <a:r>
              <a:rPr lang="ko-KR" dirty="0" err="1"/>
              <a:t>갯수를</a:t>
            </a:r>
            <a:r>
              <a:rPr lang="ko-KR" dirty="0"/>
              <a:t> </a:t>
            </a:r>
            <a:r>
              <a:rPr lang="ko-KR"/>
              <a:t>통한 설계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Savon">
      <a:fillStyleLst>
        <a:solidFill>
          <a:schemeClr val="phClr"/>
        </a:solidFill>
        <a:gradFill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{9CB2A6D8-70CF-46B1-B10A-34E564719A64}tf78438558_win32</Template>
  <TotalTime>0</TotalTime>
  <Words>47</Words>
  <Application>Microsoft Office PowerPoint</Application>
  <PresentationFormat>와이드스크린</PresentationFormat>
  <Paragraphs>14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Malgun Gothic</vt:lpstr>
      <vt:lpstr>Arial</vt:lpstr>
      <vt:lpstr>Calibri</vt:lpstr>
      <vt:lpstr>Garamond</vt:lpstr>
      <vt:lpstr>SavonVTI</vt:lpstr>
      <vt:lpstr>로컬 HW 구성 및 관리 설계</vt:lpstr>
      <vt:lpstr>디스크 구성도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미니 프로젝트 시스템 가용성 확보</dc:title>
  <dc:creator>4gl</dc:creator>
  <cp:lastModifiedBy>4gl</cp:lastModifiedBy>
  <cp:revision>8</cp:revision>
  <dcterms:created xsi:type="dcterms:W3CDTF">2023-08-24T02:19:19Z</dcterms:created>
  <dcterms:modified xsi:type="dcterms:W3CDTF">2026-04-22T00:33:23Z</dcterms:modified>
</cp:coreProperties>
</file>